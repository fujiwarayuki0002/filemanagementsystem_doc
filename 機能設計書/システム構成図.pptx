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E8DB5B-4C6B-40C7-A7E5-B268F66F1636}" v="9" dt="2024-11-13T07:15:46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優海 安藤" userId="a883f5c9748c9314" providerId="LiveId" clId="{4EE8DB5B-4C6B-40C7-A7E5-B268F66F1636}"/>
    <pc:docChg chg="undo custSel addSld delSld modSld">
      <pc:chgData name="優海 安藤" userId="a883f5c9748c9314" providerId="LiveId" clId="{4EE8DB5B-4C6B-40C7-A7E5-B268F66F1636}" dt="2024-11-13T07:15:46.654" v="119" actId="165"/>
      <pc:docMkLst>
        <pc:docMk/>
      </pc:docMkLst>
      <pc:sldChg chg="delSp modSp">
        <pc:chgData name="優海 安藤" userId="a883f5c9748c9314" providerId="LiveId" clId="{4EE8DB5B-4C6B-40C7-A7E5-B268F66F1636}" dt="2024-11-13T07:15:46.654" v="119" actId="165"/>
        <pc:sldMkLst>
          <pc:docMk/>
          <pc:sldMk cId="2344223374" sldId="257"/>
        </pc:sldMkLst>
        <pc:grpChg chg="del">
          <ac:chgData name="優海 安藤" userId="a883f5c9748c9314" providerId="LiveId" clId="{4EE8DB5B-4C6B-40C7-A7E5-B268F66F1636}" dt="2024-11-13T07:15:46.654" v="119" actId="165"/>
          <ac:grpSpMkLst>
            <pc:docMk/>
            <pc:sldMk cId="2344223374" sldId="257"/>
            <ac:grpSpMk id="89" creationId="{EF1437A6-4A0C-BF7F-063D-A9BD4E8CEC12}"/>
          </ac:grpSpMkLst>
        </pc:grpChg>
        <pc:cxnChg chg="mod topLvl">
          <ac:chgData name="優海 安藤" userId="a883f5c9748c9314" providerId="LiveId" clId="{4EE8DB5B-4C6B-40C7-A7E5-B268F66F1636}" dt="2024-11-13T07:15:46.654" v="119" actId="165"/>
          <ac:cxnSpMkLst>
            <pc:docMk/>
            <pc:sldMk cId="2344223374" sldId="257"/>
            <ac:cxnSpMk id="30" creationId="{DF11207A-50D5-9DB1-EE85-FB29C19D5CAE}"/>
          </ac:cxnSpMkLst>
        </pc:cxnChg>
        <pc:cxnChg chg="mod topLvl">
          <ac:chgData name="優海 安藤" userId="a883f5c9748c9314" providerId="LiveId" clId="{4EE8DB5B-4C6B-40C7-A7E5-B268F66F1636}" dt="2024-11-13T07:15:46.654" v="119" actId="165"/>
          <ac:cxnSpMkLst>
            <pc:docMk/>
            <pc:sldMk cId="2344223374" sldId="257"/>
            <ac:cxnSpMk id="48" creationId="{5A9E2C9A-E3DA-BED5-1DE8-99730F4C86D0}"/>
          </ac:cxnSpMkLst>
        </pc:cxnChg>
        <pc:cxnChg chg="mod topLvl">
          <ac:chgData name="優海 安藤" userId="a883f5c9748c9314" providerId="LiveId" clId="{4EE8DB5B-4C6B-40C7-A7E5-B268F66F1636}" dt="2024-11-13T07:15:46.654" v="119" actId="165"/>
          <ac:cxnSpMkLst>
            <pc:docMk/>
            <pc:sldMk cId="2344223374" sldId="257"/>
            <ac:cxnSpMk id="52" creationId="{DCA83EAB-1A6E-8025-1002-1CB0EA87E652}"/>
          </ac:cxnSpMkLst>
        </pc:cxnChg>
      </pc:sldChg>
      <pc:sldChg chg="addSp delSp modSp mod">
        <pc:chgData name="優海 安藤" userId="a883f5c9748c9314" providerId="LiveId" clId="{4EE8DB5B-4C6B-40C7-A7E5-B268F66F1636}" dt="2024-11-13T07:15:38.889" v="118" actId="164"/>
        <pc:sldMkLst>
          <pc:docMk/>
          <pc:sldMk cId="1704080395" sldId="258"/>
        </pc:sldMkLst>
        <pc:spChg chg="mod">
          <ac:chgData name="優海 安藤" userId="a883f5c9748c9314" providerId="LiveId" clId="{4EE8DB5B-4C6B-40C7-A7E5-B268F66F1636}" dt="2024-11-13T07:12:53.124" v="115" actId="14100"/>
          <ac:spMkLst>
            <pc:docMk/>
            <pc:sldMk cId="1704080395" sldId="258"/>
            <ac:spMk id="21" creationId="{BE07DCF2-F5F4-1FA1-9301-9F5014283A5D}"/>
          </ac:spMkLst>
        </pc:spChg>
        <pc:spChg chg="add mod">
          <ac:chgData name="優海 安藤" userId="a883f5c9748c9314" providerId="LiveId" clId="{4EE8DB5B-4C6B-40C7-A7E5-B268F66F1636}" dt="2024-11-13T07:09:24.676" v="86" actId="14100"/>
          <ac:spMkLst>
            <pc:docMk/>
            <pc:sldMk cId="1704080395" sldId="258"/>
            <ac:spMk id="22" creationId="{02386022-B142-67A0-F870-5DF4A9372B77}"/>
          </ac:spMkLst>
        </pc:spChg>
        <pc:spChg chg="mod topLvl">
          <ac:chgData name="優海 安藤" userId="a883f5c9748c9314" providerId="LiveId" clId="{4EE8DB5B-4C6B-40C7-A7E5-B268F66F1636}" dt="2024-11-13T07:11:21.144" v="106" actId="555"/>
          <ac:spMkLst>
            <pc:docMk/>
            <pc:sldMk cId="1704080395" sldId="258"/>
            <ac:spMk id="27" creationId="{D2E1BD92-7A95-1D80-BF48-706C271C3CA7}"/>
          </ac:spMkLst>
        </pc:spChg>
        <pc:spChg chg="mod topLvl">
          <ac:chgData name="優海 安藤" userId="a883f5c9748c9314" providerId="LiveId" clId="{4EE8DB5B-4C6B-40C7-A7E5-B268F66F1636}" dt="2024-11-13T07:11:21.144" v="106" actId="555"/>
          <ac:spMkLst>
            <pc:docMk/>
            <pc:sldMk cId="1704080395" sldId="258"/>
            <ac:spMk id="28" creationId="{EB1E9220-B1CF-A0C1-0806-5FB29734DE6E}"/>
          </ac:spMkLst>
        </pc:spChg>
        <pc:spChg chg="add mod">
          <ac:chgData name="優海 安藤" userId="a883f5c9748c9314" providerId="LiveId" clId="{4EE8DB5B-4C6B-40C7-A7E5-B268F66F1636}" dt="2024-11-13T07:11:33.395" v="107" actId="12788"/>
          <ac:spMkLst>
            <pc:docMk/>
            <pc:sldMk cId="1704080395" sldId="258"/>
            <ac:spMk id="29" creationId="{C83B6122-AF42-4682-AAC6-11CAF23978F4}"/>
          </ac:spMkLst>
        </pc:spChg>
        <pc:spChg chg="mod">
          <ac:chgData name="優海 安藤" userId="a883f5c9748c9314" providerId="LiveId" clId="{4EE8DB5B-4C6B-40C7-A7E5-B268F66F1636}" dt="2024-11-13T07:12:58.531" v="116" actId="14100"/>
          <ac:spMkLst>
            <pc:docMk/>
            <pc:sldMk cId="1704080395" sldId="258"/>
            <ac:spMk id="31" creationId="{0DE25EA1-BC9C-C888-3E8A-274D050E645A}"/>
          </ac:spMkLst>
        </pc:spChg>
        <pc:spChg chg="mod">
          <ac:chgData name="優海 安藤" userId="a883f5c9748c9314" providerId="LiveId" clId="{4EE8DB5B-4C6B-40C7-A7E5-B268F66F1636}" dt="2024-11-13T07:12:24.152" v="112" actId="1076"/>
          <ac:spMkLst>
            <pc:docMk/>
            <pc:sldMk cId="1704080395" sldId="258"/>
            <ac:spMk id="33" creationId="{84E5066A-0DBF-38EB-AC0F-FF7FCF561B77}"/>
          </ac:spMkLst>
        </pc:spChg>
        <pc:spChg chg="mod">
          <ac:chgData name="優海 安藤" userId="a883f5c9748c9314" providerId="LiveId" clId="{4EE8DB5B-4C6B-40C7-A7E5-B268F66F1636}" dt="2024-11-13T07:08:35.948" v="46" actId="1076"/>
          <ac:spMkLst>
            <pc:docMk/>
            <pc:sldMk cId="1704080395" sldId="258"/>
            <ac:spMk id="34" creationId="{5D368B1D-4039-092A-2C99-33FB8CBD59AA}"/>
          </ac:spMkLst>
        </pc:spChg>
        <pc:grpChg chg="add mod">
          <ac:chgData name="優海 安藤" userId="a883f5c9748c9314" providerId="LiveId" clId="{4EE8DB5B-4C6B-40C7-A7E5-B268F66F1636}" dt="2024-11-13T07:15:38.889" v="118" actId="164"/>
          <ac:grpSpMkLst>
            <pc:docMk/>
            <pc:sldMk cId="1704080395" sldId="258"/>
            <ac:grpSpMk id="6" creationId="{5CE8E3C4-B576-73E6-67F2-0A0B1F2D795A}"/>
          </ac:grpSpMkLst>
        </pc:grpChg>
        <pc:grpChg chg="add mod">
          <ac:chgData name="優海 安藤" userId="a883f5c9748c9314" providerId="LiveId" clId="{4EE8DB5B-4C6B-40C7-A7E5-B268F66F1636}" dt="2024-11-13T07:11:33.395" v="107" actId="12788"/>
          <ac:grpSpMkLst>
            <pc:docMk/>
            <pc:sldMk cId="1704080395" sldId="258"/>
            <ac:grpSpMk id="24" creationId="{EB9AF7AA-380C-1A08-7F94-4C0BFE080D47}"/>
          </ac:grpSpMkLst>
        </pc:grpChg>
        <pc:grpChg chg="del mod">
          <ac:chgData name="優海 安藤" userId="a883f5c9748c9314" providerId="LiveId" clId="{4EE8DB5B-4C6B-40C7-A7E5-B268F66F1636}" dt="2024-11-13T07:08:42.229" v="48" actId="165"/>
          <ac:grpSpMkLst>
            <pc:docMk/>
            <pc:sldMk cId="1704080395" sldId="258"/>
            <ac:grpSpMk id="35" creationId="{72323C83-1FE9-773B-B5E7-8DC60E04DE60}"/>
          </ac:grpSpMkLst>
        </pc:grpChg>
        <pc:picChg chg="add del mod">
          <ac:chgData name="優海 安藤" userId="a883f5c9748c9314" providerId="LiveId" clId="{4EE8DB5B-4C6B-40C7-A7E5-B268F66F1636}" dt="2024-11-13T07:05:40.335" v="6" actId="478"/>
          <ac:picMkLst>
            <pc:docMk/>
            <pc:sldMk cId="1704080395" sldId="258"/>
            <ac:picMk id="11" creationId="{5E8708C5-15C1-AD74-B19E-8BA5B09D1E4A}"/>
          </ac:picMkLst>
        </pc:picChg>
        <pc:picChg chg="add mod">
          <ac:chgData name="優海 安藤" userId="a883f5c9748c9314" providerId="LiveId" clId="{4EE8DB5B-4C6B-40C7-A7E5-B268F66F1636}" dt="2024-11-13T07:07:29.214" v="31" actId="1076"/>
          <ac:picMkLst>
            <pc:docMk/>
            <pc:sldMk cId="1704080395" sldId="258"/>
            <ac:picMk id="18" creationId="{37AF2E4C-9053-1A1C-A4A4-864351BDB9D3}"/>
          </ac:picMkLst>
        </pc:picChg>
        <pc:picChg chg="mod topLvl">
          <ac:chgData name="優海 安藤" userId="a883f5c9748c9314" providerId="LiveId" clId="{4EE8DB5B-4C6B-40C7-A7E5-B268F66F1636}" dt="2024-11-13T07:11:12.157" v="105" actId="12789"/>
          <ac:picMkLst>
            <pc:docMk/>
            <pc:sldMk cId="1704080395" sldId="258"/>
            <ac:picMk id="25" creationId="{79FD247C-516D-0AC9-CBD3-BF9A3B8D7862}"/>
          </ac:picMkLst>
        </pc:picChg>
        <pc:picChg chg="mod topLvl">
          <ac:chgData name="優海 安藤" userId="a883f5c9748c9314" providerId="LiveId" clId="{4EE8DB5B-4C6B-40C7-A7E5-B268F66F1636}" dt="2024-11-13T07:11:12.157" v="105" actId="12789"/>
          <ac:picMkLst>
            <pc:docMk/>
            <pc:sldMk cId="1704080395" sldId="258"/>
            <ac:picMk id="26" creationId="{8FDF641F-E626-5CA5-5B54-93F9692F248A}"/>
          </ac:picMkLst>
        </pc:picChg>
        <pc:cxnChg chg="mod">
          <ac:chgData name="優海 安藤" userId="a883f5c9748c9314" providerId="LiveId" clId="{4EE8DB5B-4C6B-40C7-A7E5-B268F66F1636}" dt="2024-11-13T07:15:38.889" v="118" actId="164"/>
          <ac:cxnSpMkLst>
            <pc:docMk/>
            <pc:sldMk cId="1704080395" sldId="258"/>
            <ac:cxnSpMk id="7" creationId="{BF7D76F8-867F-F3C6-1D8F-038A9E08186F}"/>
          </ac:cxnSpMkLst>
        </pc:cxnChg>
        <pc:cxnChg chg="mod">
          <ac:chgData name="優海 安藤" userId="a883f5c9748c9314" providerId="LiveId" clId="{4EE8DB5B-4C6B-40C7-A7E5-B268F66F1636}" dt="2024-11-13T07:15:38.889" v="118" actId="164"/>
          <ac:cxnSpMkLst>
            <pc:docMk/>
            <pc:sldMk cId="1704080395" sldId="258"/>
            <ac:cxnSpMk id="8" creationId="{8951FC37-349F-D3CB-70A0-397A935F7711}"/>
          </ac:cxnSpMkLst>
        </pc:cxnChg>
        <pc:cxnChg chg="mod">
          <ac:chgData name="優海 安藤" userId="a883f5c9748c9314" providerId="LiveId" clId="{4EE8DB5B-4C6B-40C7-A7E5-B268F66F1636}" dt="2024-11-13T07:15:38.889" v="118" actId="164"/>
          <ac:cxnSpMkLst>
            <pc:docMk/>
            <pc:sldMk cId="1704080395" sldId="258"/>
            <ac:cxnSpMk id="9" creationId="{BA5CD91A-F4D9-7C66-839D-5C575C4D41BF}"/>
          </ac:cxnSpMkLst>
        </pc:cxnChg>
        <pc:cxnChg chg="mod">
          <ac:chgData name="優海 安藤" userId="a883f5c9748c9314" providerId="LiveId" clId="{4EE8DB5B-4C6B-40C7-A7E5-B268F66F1636}" dt="2024-11-13T07:12:53.124" v="115" actId="14100"/>
          <ac:cxnSpMkLst>
            <pc:docMk/>
            <pc:sldMk cId="1704080395" sldId="258"/>
            <ac:cxnSpMk id="23" creationId="{8B30D0E5-3105-2456-E6B1-1C38BEFBB7D3}"/>
          </ac:cxnSpMkLst>
        </pc:cxnChg>
      </pc:sldChg>
      <pc:sldChg chg="new del">
        <pc:chgData name="優海 安藤" userId="a883f5c9748c9314" providerId="LiveId" clId="{4EE8DB5B-4C6B-40C7-A7E5-B268F66F1636}" dt="2024-11-13T05:23:58.291" v="1" actId="47"/>
        <pc:sldMkLst>
          <pc:docMk/>
          <pc:sldMk cId="3779112097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F1F533-CCBA-1C46-63DE-7AEF75505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D80867-4792-86B7-C4B4-D37211A6A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301CE3-0315-30D5-8BC4-2601DA30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E1C227-CD92-64A6-E44B-C359D14D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D021C2-E36B-E46F-0B8E-29CCCB36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21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DA8A21-A38D-3CAC-4464-29FE78CA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02640A-C6C3-16FA-2449-4A6C63CC5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C9500F-570E-7556-6BF5-29A1F854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6A9CF7-C737-8C5F-3ECC-793E1513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75891-76E4-E337-BD28-1B87305C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24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BBB9B-F263-BCF7-1073-C80D00FC2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B92ACB-836F-6F0C-FEA8-DE95AD09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9A15D3-AFBE-49AF-42EA-84ACCE51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E8BD6C-CE45-61E3-AB15-55ED3BCA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A2F966-4DF8-8816-B57C-58D9702E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85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B55B6-FD40-F8B9-C3A1-3B6BE31E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E4DAC5-941A-0A5E-11A3-F27291C0B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4E85C8-6CD4-7131-CB05-0B50F6E95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3B4124-3CD7-5361-173E-30F91CD6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9DC6C3-0437-3B6F-0907-EDDEF235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075C6F-5B6A-7A83-DE47-A62786C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10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D03134-A4EF-41B0-0991-829E54BD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486E62-8AEB-E74C-555D-7A49CF534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8B597E-F590-0429-5F1E-5AD2EA6EE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7BF0D0-A600-800F-28DA-D21402D19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70F76C-FB24-E02F-18C1-F0DB59F20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F218754-43FE-0757-CD1A-EFC2AB98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7C90B13-D1A8-2AF1-84D4-00C1C59A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5048FB-9D2B-37CD-730E-BD88BF45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30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F8045-887C-8964-627A-B8A092A1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A1BE4A-0F3E-7250-84DA-07C82B12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E7AF14-A00C-11A0-5B2F-C276B25E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57AA39-56A6-2736-EAAB-D67EC06E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70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A3FFE7-23FE-44B4-189E-0C96014C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865B7C-D016-0BCD-A5C5-40478534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7962B1-B6B3-33CA-749B-FFAAC99A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78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5903E0-9AAE-8701-F643-95AAD954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86F2C9-64B5-ACC4-3B10-DB9A23AC5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97B22F-4760-9233-FBBF-8336121DE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DB08BA-0FCA-2847-FB6E-B3DEA372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BC3079-687B-2B14-A524-312C27A8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A25753-66A2-C7FB-4C10-E71E0411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67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27BBC-5F38-5E94-112B-C55339E3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C7A89B-55C0-A756-5A9D-E25AAEED4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28CBE2-0070-72C9-09E6-960AADD78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6650A9-FF4D-2C97-54F8-842B9E24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24F7E2-2535-A138-A900-27BAB479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9E6144-7897-2CCA-E374-3397C0E9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866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8B508F-CD23-1810-AFA2-A38F379B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CCA7B5-E437-23FE-228F-3631705A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B7A5B0-B8B1-9DA8-1793-D729752D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E03CC3-7177-1E50-6A1F-EBCF2C58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0640A4-6A0D-E357-D93C-F7196B5C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114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3E8BE7-AC5D-AB7A-2603-10832FDE2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76C396-8FBA-A6E5-CACF-A7C8DBE7B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2453D2-0980-A0F4-0B28-426650B1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5F8F88-FDF0-8E41-E53D-01F73DF0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170EC2-BA06-DC08-4648-B3276E16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21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1640088-0965-E7EE-22E9-2B1B9956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486E87-0ED5-8152-7798-EF922BB10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D42AAC-28C8-6354-F119-06BEE4092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70C7A-31AD-434A-81E2-BF340D094838}" type="datetimeFigureOut">
              <a:rPr kumimoji="1" lang="ja-JP" altLang="en-US" smtClean="0"/>
              <a:t>2025/3/31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226380-DC9B-DE5C-AC4B-E4723030B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FAA996-AAD8-1997-99B1-FEE105024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4540A-3208-4C70-980D-3771F1ADF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133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80B7E8C-835A-7FA8-49B5-3EE8A1CBF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863598"/>
            <a:ext cx="1685636" cy="168563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43286A8-1BFE-10BE-8835-D7AFE35BB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863" y="863598"/>
            <a:ext cx="1685636" cy="168563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40F0EA3-C0C6-2739-BC35-A20287F4D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317" y="863598"/>
            <a:ext cx="1685636" cy="168563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08B7D525-C50D-2C22-D58B-947E78A180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695" y="958272"/>
            <a:ext cx="1685636" cy="1685636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EACAAC5A-198C-3C7A-A860-F5922230D0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0690" y="4360849"/>
            <a:ext cx="1685636" cy="1685636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2FB94958-E3CC-CE09-41D0-CD9DFB061E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872" y="4346932"/>
            <a:ext cx="1685636" cy="1685636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41F8C8EE-CADD-9703-CA7E-736709769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331" y="523008"/>
            <a:ext cx="842815" cy="84281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883C01B4-37B3-2CB1-9933-EC91E9A3D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2549234"/>
            <a:ext cx="1685636" cy="168563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5541EA2D-AEEE-8B55-3037-8C222152E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4234870"/>
            <a:ext cx="1685636" cy="1685636"/>
          </a:xfrm>
          <a:prstGeom prst="rect">
            <a:avLst/>
          </a:prstGeom>
        </p:spPr>
      </p:pic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7204BD27-1030-433A-F6F5-8A9D199A170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5255499" y="1706416"/>
            <a:ext cx="842818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0DBF1EA2-EDE1-D44F-07EE-920521AB885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783953" y="1706416"/>
            <a:ext cx="879756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F11207A-50D5-9DB1-EE85-FB29C19D5CAE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2382981" y="1706416"/>
            <a:ext cx="1186882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5A9E2C9A-E3DA-BED5-1DE8-99730F4C86D0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2382981" y="1706416"/>
            <a:ext cx="905164" cy="168563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DCA83EAB-1A6E-8025-1002-1CB0EA87E652}"/>
              </a:ext>
            </a:extLst>
          </p:cNvPr>
          <p:cNvCxnSpPr>
            <a:stCxn id="26" idx="3"/>
          </p:cNvCxnSpPr>
          <p:nvPr/>
        </p:nvCxnSpPr>
        <p:spPr>
          <a:xfrm flipV="1">
            <a:off x="2382981" y="3392052"/>
            <a:ext cx="905164" cy="168563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1D28E492-E77A-8581-92F7-643D482B2FB0}"/>
              </a:ext>
            </a:extLst>
          </p:cNvPr>
          <p:cNvGrpSpPr/>
          <p:nvPr/>
        </p:nvGrpSpPr>
        <p:grpSpPr>
          <a:xfrm>
            <a:off x="8342745" y="2946524"/>
            <a:ext cx="2459184" cy="1363521"/>
            <a:chOff x="8342745" y="2643908"/>
            <a:chExt cx="2459184" cy="1363521"/>
          </a:xfrm>
        </p:grpSpPr>
        <p:cxnSp>
          <p:nvCxnSpPr>
            <p:cNvPr id="54" name="コネクタ: カギ線 53">
              <a:extLst>
                <a:ext uri="{FF2B5EF4-FFF2-40B4-BE49-F238E27FC236}">
                  <a16:creationId xmlns:a16="http://schemas.microsoft.com/office/drawing/2014/main" id="{5048EC82-701F-2EB0-D4AF-000F4E26D54C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rot="5400000">
              <a:off x="8327736" y="2658917"/>
              <a:ext cx="1290786" cy="126076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コネクタ: カギ線 61">
              <a:extLst>
                <a:ext uri="{FF2B5EF4-FFF2-40B4-BE49-F238E27FC236}">
                  <a16:creationId xmlns:a16="http://schemas.microsoft.com/office/drawing/2014/main" id="{C8BDABB3-0099-A776-BFBB-5C6CDCFE1F9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601189" y="3291613"/>
              <a:ext cx="1200740" cy="715816"/>
            </a:xfrm>
            <a:prstGeom prst="bentConnector3">
              <a:avLst>
                <a:gd name="adj1" fmla="val 0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5E10541-7611-5560-8B10-FD13B68ED3D1}"/>
              </a:ext>
            </a:extLst>
          </p:cNvPr>
          <p:cNvSpPr txBox="1"/>
          <p:nvPr/>
        </p:nvSpPr>
        <p:spPr>
          <a:xfrm>
            <a:off x="563417" y="5994402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クライアント</a:t>
            </a:r>
            <a:r>
              <a:rPr kumimoji="1" lang="en-US" altLang="ja-JP" dirty="0"/>
              <a:t>PC 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1077BEF5-99AD-AE4A-9802-DCFD252B5ABE}"/>
              </a:ext>
            </a:extLst>
          </p:cNvPr>
          <p:cNvSpPr txBox="1"/>
          <p:nvPr/>
        </p:nvSpPr>
        <p:spPr>
          <a:xfrm>
            <a:off x="3569863" y="2662321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Edge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505AA9F6-997E-7729-EAE0-52A06F7E9876}"/>
              </a:ext>
            </a:extLst>
          </p:cNvPr>
          <p:cNvSpPr txBox="1"/>
          <p:nvPr/>
        </p:nvSpPr>
        <p:spPr>
          <a:xfrm>
            <a:off x="5964389" y="2601310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ネットワーク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EAC30FD-0D5B-76A7-FF28-A544619BF292}"/>
              </a:ext>
            </a:extLst>
          </p:cNvPr>
          <p:cNvSpPr txBox="1"/>
          <p:nvPr/>
        </p:nvSpPr>
        <p:spPr>
          <a:xfrm>
            <a:off x="8624443" y="2601310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WEB</a:t>
            </a:r>
            <a:r>
              <a:rPr lang="ja-JP" altLang="en-US" dirty="0"/>
              <a:t>サーバー</a:t>
            </a:r>
            <a:endParaRPr kumimoji="1" lang="ja-JP" altLang="en-US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0B9900C0-1041-D632-0F48-648A9D57FFE9}"/>
              </a:ext>
            </a:extLst>
          </p:cNvPr>
          <p:cNvSpPr txBox="1"/>
          <p:nvPr/>
        </p:nvSpPr>
        <p:spPr>
          <a:xfrm>
            <a:off x="7075055" y="6173738"/>
            <a:ext cx="261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WEB</a:t>
            </a:r>
            <a:r>
              <a:rPr kumimoji="1" lang="ja-JP" altLang="en-US" dirty="0"/>
              <a:t>アプリケーション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0EF6AB5F-F128-0D79-D0C7-F9DDF75DF4E9}"/>
              </a:ext>
            </a:extLst>
          </p:cNvPr>
          <p:cNvSpPr txBox="1"/>
          <p:nvPr/>
        </p:nvSpPr>
        <p:spPr>
          <a:xfrm>
            <a:off x="10030690" y="6173738"/>
            <a:ext cx="168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DB</a:t>
            </a:r>
            <a:r>
              <a:rPr kumimoji="1" lang="ja-JP" altLang="en-US" dirty="0"/>
              <a:t>サーバー</a:t>
            </a:r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24F53D9B-5427-9C81-5BFC-600843F2600E}"/>
              </a:ext>
            </a:extLst>
          </p:cNvPr>
          <p:cNvSpPr/>
          <p:nvPr/>
        </p:nvSpPr>
        <p:spPr>
          <a:xfrm>
            <a:off x="277090" y="185092"/>
            <a:ext cx="4117929" cy="3693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顧客利用側のシステム構成図（</a:t>
            </a:r>
            <a:r>
              <a:rPr lang="ja-JP" altLang="en-US" dirty="0"/>
              <a:t>概要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4223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E5FE-FA13-F97A-D111-5E96B7F43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490F2CA7-9A1B-0D32-87E7-86B107140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863598"/>
            <a:ext cx="1685636" cy="168563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C41D876-0289-A432-D318-55996E2FF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863" y="863598"/>
            <a:ext cx="1685636" cy="168563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09A17B9-F929-162A-3F0C-C180B92D5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317" y="863598"/>
            <a:ext cx="1685636" cy="168563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FBF1D08-6A7C-6629-DEEC-BC8FC30D24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695" y="958272"/>
            <a:ext cx="1685636" cy="1685636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85C13CE1-4B5A-E465-200B-85EB6A2BA4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0690" y="4360849"/>
            <a:ext cx="1685636" cy="1685636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EE5F3B20-EDF4-2F9F-C02F-CF4EBC1686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872" y="4346932"/>
            <a:ext cx="1685636" cy="1685636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F8AF9E2F-1F1F-C2FC-54B3-2F3C27CFF9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331" y="523008"/>
            <a:ext cx="842815" cy="84281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DCC23435-0823-1754-9C07-1248B29D9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2549234"/>
            <a:ext cx="1685636" cy="168563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F932B307-3778-AFC2-72C9-9D119ED75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4234870"/>
            <a:ext cx="1685636" cy="1685636"/>
          </a:xfrm>
          <a:prstGeom prst="rect">
            <a:avLst/>
          </a:prstGeom>
        </p:spPr>
      </p:pic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8816AE0-ECDF-7487-6BAF-656C50F034E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5255499" y="1706416"/>
            <a:ext cx="842818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72A589FE-44BF-0683-F589-CD950E910573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783953" y="1706416"/>
            <a:ext cx="879756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07E21CF-9A27-8587-2261-B8E324DA1AF2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2382981" y="1706416"/>
            <a:ext cx="1186882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CD79ABBF-F4D4-33FB-5094-271917C97FCA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2382981" y="1706416"/>
            <a:ext cx="905164" cy="168563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F4905726-7E43-60A8-5986-2338DD8373DF}"/>
              </a:ext>
            </a:extLst>
          </p:cNvPr>
          <p:cNvCxnSpPr>
            <a:stCxn id="26" idx="3"/>
          </p:cNvCxnSpPr>
          <p:nvPr/>
        </p:nvCxnSpPr>
        <p:spPr>
          <a:xfrm flipV="1">
            <a:off x="2382981" y="3392052"/>
            <a:ext cx="905164" cy="168563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18FAAB4A-EF2B-0A7B-13EE-B4F29DA7E31A}"/>
              </a:ext>
            </a:extLst>
          </p:cNvPr>
          <p:cNvCxnSpPr>
            <a:cxnSpLocks/>
            <a:stCxn id="85" idx="2"/>
            <a:endCxn id="2" idx="0"/>
          </p:cNvCxnSpPr>
          <p:nvPr/>
        </p:nvCxnSpPr>
        <p:spPr>
          <a:xfrm rot="5400000">
            <a:off x="9179847" y="3390846"/>
            <a:ext cx="841546" cy="113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52494148-051F-67AF-6925-E43FC2C2FFF5}"/>
              </a:ext>
            </a:extLst>
          </p:cNvPr>
          <p:cNvSpPr txBox="1"/>
          <p:nvPr/>
        </p:nvSpPr>
        <p:spPr>
          <a:xfrm>
            <a:off x="563417" y="5994402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クライアント</a:t>
            </a:r>
            <a:r>
              <a:rPr kumimoji="1" lang="en-US" altLang="ja-JP" dirty="0"/>
              <a:t>PC 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6B2ADD53-DF53-0F1B-CFDC-5C6DB1D10B22}"/>
              </a:ext>
            </a:extLst>
          </p:cNvPr>
          <p:cNvSpPr txBox="1"/>
          <p:nvPr/>
        </p:nvSpPr>
        <p:spPr>
          <a:xfrm>
            <a:off x="3569863" y="2662321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Edge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9429AD18-372A-9BBD-084B-75E7E5EC0EB0}"/>
              </a:ext>
            </a:extLst>
          </p:cNvPr>
          <p:cNvSpPr txBox="1"/>
          <p:nvPr/>
        </p:nvSpPr>
        <p:spPr>
          <a:xfrm>
            <a:off x="5964389" y="2601310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ネットワーク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DCD100D-73A8-5445-1B55-2EA385D13BC2}"/>
              </a:ext>
            </a:extLst>
          </p:cNvPr>
          <p:cNvSpPr txBox="1"/>
          <p:nvPr/>
        </p:nvSpPr>
        <p:spPr>
          <a:xfrm>
            <a:off x="8624443" y="2601310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Amazon</a:t>
            </a:r>
            <a:r>
              <a:rPr kumimoji="1" lang="ja-JP" altLang="en-US" dirty="0"/>
              <a:t>　</a:t>
            </a:r>
            <a:r>
              <a:rPr kumimoji="1" lang="en-US" altLang="ja-JP" dirty="0"/>
              <a:t>EC2</a:t>
            </a:r>
            <a:endParaRPr kumimoji="1" lang="ja-JP" altLang="en-US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4A903504-F076-AAAD-6BF7-EC8ECD21FBE5}"/>
              </a:ext>
            </a:extLst>
          </p:cNvPr>
          <p:cNvSpPr txBox="1"/>
          <p:nvPr/>
        </p:nvSpPr>
        <p:spPr>
          <a:xfrm>
            <a:off x="7075055" y="6173738"/>
            <a:ext cx="261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Tomcat</a:t>
            </a:r>
            <a:endParaRPr kumimoji="1" lang="ja-JP" altLang="en-US" dirty="0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2E7DB838-780D-FE29-EC08-24D2AA8E1B45}"/>
              </a:ext>
            </a:extLst>
          </p:cNvPr>
          <p:cNvSpPr txBox="1"/>
          <p:nvPr/>
        </p:nvSpPr>
        <p:spPr>
          <a:xfrm>
            <a:off x="10030690" y="6173738"/>
            <a:ext cx="168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PostgreSQL</a:t>
            </a:r>
            <a:endParaRPr kumimoji="1" lang="ja-JP" altLang="en-US" dirty="0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77481E0A-359C-0619-6DF7-2B275CD11DB5}"/>
              </a:ext>
            </a:extLst>
          </p:cNvPr>
          <p:cNvSpPr/>
          <p:nvPr/>
        </p:nvSpPr>
        <p:spPr>
          <a:xfrm>
            <a:off x="277091" y="185092"/>
            <a:ext cx="3454400" cy="3693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顧客利用側のシステム構成図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D0CC446-8CD3-D8ED-C562-8A7855928739}"/>
              </a:ext>
            </a:extLst>
          </p:cNvPr>
          <p:cNvSpPr/>
          <p:nvPr/>
        </p:nvSpPr>
        <p:spPr>
          <a:xfrm>
            <a:off x="7075055" y="3812188"/>
            <a:ext cx="5049991" cy="278295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6C4C8E-B821-57F6-DEFB-338A872F05EA}"/>
              </a:ext>
            </a:extLst>
          </p:cNvPr>
          <p:cNvSpPr txBox="1"/>
          <p:nvPr/>
        </p:nvSpPr>
        <p:spPr>
          <a:xfrm>
            <a:off x="7109851" y="3865538"/>
            <a:ext cx="222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Amazon Linux2023</a:t>
            </a:r>
          </a:p>
        </p:txBody>
      </p:sp>
    </p:spTree>
    <p:extLst>
      <p:ext uri="{BB962C8B-B14F-4D97-AF65-F5344CB8AC3E}">
        <p14:creationId xmlns:p14="http://schemas.microsoft.com/office/powerpoint/2010/main" val="225178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5503F85-8219-716A-586F-E62A109B1DC2}"/>
              </a:ext>
            </a:extLst>
          </p:cNvPr>
          <p:cNvSpPr/>
          <p:nvPr/>
        </p:nvSpPr>
        <p:spPr>
          <a:xfrm>
            <a:off x="277091" y="185092"/>
            <a:ext cx="3454400" cy="3693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開発環境側のシステム構成図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074E78-6208-9E1B-1A5C-D393C9EE5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863598"/>
            <a:ext cx="1685636" cy="168563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9FF811D-4E7C-3EDA-71BD-3A770B729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2549234"/>
            <a:ext cx="1685636" cy="168563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A863C0F-2984-DB57-7C89-80B462F76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" y="4234870"/>
            <a:ext cx="1685636" cy="1685636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F7D76F8-867F-F3C6-1D8F-038A9E08186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382981" y="1706416"/>
            <a:ext cx="1685636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8951FC37-349F-D3CB-70A0-397A935F7711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382981" y="1706416"/>
            <a:ext cx="905164" cy="168563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BA5CD91A-F4D9-7C66-839D-5C575C4D41BF}"/>
              </a:ext>
            </a:extLst>
          </p:cNvPr>
          <p:cNvCxnSpPr>
            <a:stCxn id="5" idx="3"/>
          </p:cNvCxnSpPr>
          <p:nvPr/>
        </p:nvCxnSpPr>
        <p:spPr>
          <a:xfrm flipV="1">
            <a:off x="2382981" y="3392052"/>
            <a:ext cx="905164" cy="1685636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BCDA4D2-E290-4859-67F2-7CA50FE2759C}"/>
              </a:ext>
            </a:extLst>
          </p:cNvPr>
          <p:cNvSpPr txBox="1"/>
          <p:nvPr/>
        </p:nvSpPr>
        <p:spPr>
          <a:xfrm>
            <a:off x="563417" y="5994402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PC </a:t>
            </a:r>
            <a:endParaRPr kumimoji="1"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6A5FD321-C0F9-FFBE-7252-3BCA532557DF}"/>
              </a:ext>
            </a:extLst>
          </p:cNvPr>
          <p:cNvGrpSpPr/>
          <p:nvPr/>
        </p:nvGrpSpPr>
        <p:grpSpPr>
          <a:xfrm>
            <a:off x="4068617" y="863598"/>
            <a:ext cx="556493" cy="1664853"/>
            <a:chOff x="4417288" y="1149923"/>
            <a:chExt cx="556493" cy="1664853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2140CA97-389F-DF6A-50F2-63A8A4853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7288" y="1149923"/>
              <a:ext cx="556493" cy="556493"/>
            </a:xfrm>
            <a:prstGeom prst="rect">
              <a:avLst/>
            </a:prstGeom>
          </p:spPr>
        </p:pic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8B143685-E7FF-5C5F-B213-10F619378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591" r="-1"/>
            <a:stretch/>
          </p:blipFill>
          <p:spPr>
            <a:xfrm>
              <a:off x="4507920" y="1493976"/>
              <a:ext cx="375227" cy="1320800"/>
            </a:xfrm>
            <a:prstGeom prst="rect">
              <a:avLst/>
            </a:prstGeom>
          </p:spPr>
        </p:pic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1153854E-1052-22F6-2371-DC453D06B8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562" y="949036"/>
            <a:ext cx="1685636" cy="1685636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3785617-A449-BE2D-2D7D-76BE675BFD2C}"/>
              </a:ext>
            </a:extLst>
          </p:cNvPr>
          <p:cNvSpPr txBox="1"/>
          <p:nvPr/>
        </p:nvSpPr>
        <p:spPr>
          <a:xfrm>
            <a:off x="5235876" y="2634672"/>
            <a:ext cx="229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自社サーバー２号機</a:t>
            </a:r>
            <a:endParaRPr kumimoji="1" lang="ja-JP" altLang="en-US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298CDD2-9C79-DE85-00C1-FC05775017D4}"/>
              </a:ext>
            </a:extLst>
          </p:cNvPr>
          <p:cNvCxnSpPr>
            <a:cxnSpLocks/>
          </p:cNvCxnSpPr>
          <p:nvPr/>
        </p:nvCxnSpPr>
        <p:spPr>
          <a:xfrm>
            <a:off x="4625110" y="1694868"/>
            <a:ext cx="842818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6BE17DC-2110-5A04-71DF-8D8347EFAC73}"/>
              </a:ext>
            </a:extLst>
          </p:cNvPr>
          <p:cNvSpPr txBox="1"/>
          <p:nvPr/>
        </p:nvSpPr>
        <p:spPr>
          <a:xfrm>
            <a:off x="3504044" y="2636980"/>
            <a:ext cx="168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社内ルーター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E07DCF2-F5F4-1FA1-9301-9F5014283A5D}"/>
              </a:ext>
            </a:extLst>
          </p:cNvPr>
          <p:cNvSpPr/>
          <p:nvPr/>
        </p:nvSpPr>
        <p:spPr>
          <a:xfrm>
            <a:off x="5558562" y="3100872"/>
            <a:ext cx="6494892" cy="3142612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8B30D0E5-3105-2456-E6B1-1C38BEFBB7D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361381" y="1694868"/>
            <a:ext cx="1444627" cy="1406004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79FD247C-516D-0AC9-CBD3-BF9A3B8D7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669" y="4167605"/>
            <a:ext cx="1115820" cy="1115819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FDF641F-E626-5CA5-5B54-93F9692F24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333" y="4167605"/>
            <a:ext cx="1115820" cy="1115819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2E1BD92-7A95-1D80-BF48-706C271C3CA7}"/>
              </a:ext>
            </a:extLst>
          </p:cNvPr>
          <p:cNvSpPr txBox="1"/>
          <p:nvPr/>
        </p:nvSpPr>
        <p:spPr>
          <a:xfrm>
            <a:off x="5781769" y="5390084"/>
            <a:ext cx="2576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開発アプリケーション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B1E9220-B1CF-A0C1-0806-5FB29734DE6E}"/>
              </a:ext>
            </a:extLst>
          </p:cNvPr>
          <p:cNvSpPr txBox="1"/>
          <p:nvPr/>
        </p:nvSpPr>
        <p:spPr>
          <a:xfrm>
            <a:off x="9936159" y="5390084"/>
            <a:ext cx="152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/>
              <a:t>DB</a:t>
            </a:r>
            <a:r>
              <a:rPr kumimoji="1" lang="ja-JP" altLang="en-US" sz="1600" dirty="0"/>
              <a:t>サーバー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DE25EA1-BC9C-C888-3E8A-274D050E645A}"/>
              </a:ext>
            </a:extLst>
          </p:cNvPr>
          <p:cNvSpPr/>
          <p:nvPr/>
        </p:nvSpPr>
        <p:spPr>
          <a:xfrm>
            <a:off x="5761703" y="3574474"/>
            <a:ext cx="6088552" cy="2419927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4E5066A-0DBF-38EB-AC0F-FF7FCF561B77}"/>
              </a:ext>
            </a:extLst>
          </p:cNvPr>
          <p:cNvSpPr txBox="1"/>
          <p:nvPr/>
        </p:nvSpPr>
        <p:spPr>
          <a:xfrm>
            <a:off x="5658928" y="3144478"/>
            <a:ext cx="107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VMware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D368B1D-4039-092A-2C99-33FB8CBD59AA}"/>
              </a:ext>
            </a:extLst>
          </p:cNvPr>
          <p:cNvSpPr txBox="1"/>
          <p:nvPr/>
        </p:nvSpPr>
        <p:spPr>
          <a:xfrm>
            <a:off x="5814283" y="3613780"/>
            <a:ext cx="242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ffectLst/>
              </a:rPr>
              <a:t>Windows Server2019</a:t>
            </a:r>
            <a:endParaRPr kumimoji="1" lang="ja-JP" altLang="en-US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EB9AF7AA-380C-1A08-7F94-4C0BFE080D47}"/>
              </a:ext>
            </a:extLst>
          </p:cNvPr>
          <p:cNvGrpSpPr/>
          <p:nvPr/>
        </p:nvGrpSpPr>
        <p:grpSpPr>
          <a:xfrm>
            <a:off x="8270161" y="4110764"/>
            <a:ext cx="1229500" cy="1229500"/>
            <a:chOff x="3973942" y="4431149"/>
            <a:chExt cx="2438400" cy="2438400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37AF2E4C-9053-1A1C-A4A4-864351BDB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3942" y="4431149"/>
              <a:ext cx="2438400" cy="2438400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2386022-B142-67A0-F870-5DF4A9372B77}"/>
                </a:ext>
              </a:extLst>
            </p:cNvPr>
            <p:cNvSpPr txBox="1"/>
            <p:nvPr/>
          </p:nvSpPr>
          <p:spPr>
            <a:xfrm>
              <a:off x="5680275" y="5472535"/>
              <a:ext cx="732067" cy="671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b="1" dirty="0">
                  <a:solidFill>
                    <a:schemeClr val="bg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it</a:t>
              </a:r>
              <a:endParaRPr kumimoji="1" lang="ja-JP" altLang="en-US" sz="16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83B6122-AF42-4682-AAC6-11CAF23978F4}"/>
              </a:ext>
            </a:extLst>
          </p:cNvPr>
          <p:cNvSpPr txBox="1"/>
          <p:nvPr/>
        </p:nvSpPr>
        <p:spPr>
          <a:xfrm>
            <a:off x="8454724" y="5390084"/>
            <a:ext cx="860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/>
              <a:t>Git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0408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</TotalTime>
  <Words>53</Words>
  <Application>Microsoft Office PowerPoint</Application>
  <PresentationFormat>ワイド画面</PresentationFormat>
  <Paragraphs>25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優海 安藤</dc:creator>
  <cp:lastModifiedBy>優海 安藤</cp:lastModifiedBy>
  <cp:revision>4</cp:revision>
  <cp:lastPrinted>2025-03-14T00:17:15Z</cp:lastPrinted>
  <dcterms:created xsi:type="dcterms:W3CDTF">2024-11-13T04:42:57Z</dcterms:created>
  <dcterms:modified xsi:type="dcterms:W3CDTF">2025-03-31T06:49:23Z</dcterms:modified>
</cp:coreProperties>
</file>