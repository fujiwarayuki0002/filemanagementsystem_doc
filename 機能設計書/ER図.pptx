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3CF1A-3086-4B8E-8A3F-0036020226E1}" v="11" dt="2024-11-19T06:25:53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3063" autoAdjust="0"/>
  </p:normalViewPr>
  <p:slideViewPr>
    <p:cSldViewPr snapToGrid="0">
      <p:cViewPr>
        <p:scale>
          <a:sx n="150" d="100"/>
          <a:sy n="150" d="100"/>
        </p:scale>
        <p:origin x="-245" y="-3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月愛 大塚" userId="03a2a1008aea67db" providerId="LiveId" clId="{3863CF1A-3086-4B8E-8A3F-0036020226E1}"/>
    <pc:docChg chg="undo custSel modSld">
      <pc:chgData name="月愛 大塚" userId="03a2a1008aea67db" providerId="LiveId" clId="{3863CF1A-3086-4B8E-8A3F-0036020226E1}" dt="2024-11-19T06:26:01.571" v="382" actId="1076"/>
      <pc:docMkLst>
        <pc:docMk/>
      </pc:docMkLst>
      <pc:sldChg chg="addSp delSp modSp mod">
        <pc:chgData name="月愛 大塚" userId="03a2a1008aea67db" providerId="LiveId" clId="{3863CF1A-3086-4B8E-8A3F-0036020226E1}" dt="2024-11-19T06:26:01.571" v="382" actId="1076"/>
        <pc:sldMkLst>
          <pc:docMk/>
          <pc:sldMk cId="2018713685" sldId="256"/>
        </pc:sldMkLst>
        <pc:spChg chg="add 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" creationId="{7C1B778A-430A-B252-DDA4-F424BD260388}"/>
          </ac:spMkLst>
        </pc:spChg>
        <pc:spChg chg="add 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3" creationId="{6B432BC6-4772-AA7A-03CD-71DFD8355E31}"/>
          </ac:spMkLst>
        </pc:spChg>
        <pc:spChg chg="add 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4" creationId="{0F897D84-1925-001F-19AC-CABC2ECA750F}"/>
          </ac:spMkLst>
        </pc:spChg>
        <pc:spChg chg="add 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5" creationId="{D22ED184-5EF4-1492-A6B0-672D53FA93F9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6" creationId="{EAAA951A-D5E2-323A-4647-63F3DB0DF92E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7" creationId="{1F3B8913-DE56-BBBF-0302-92B48AC2E1A1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8" creationId="{AFB34DD3-65BB-BACF-B0DB-D2A7EA724AD3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9" creationId="{3FD51E9D-5ED2-A7B6-AD5B-501764EE6474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0" creationId="{CA9F04B3-EC81-2CAD-7F5D-C83E74B547F9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1" creationId="{E0195201-DEEA-EB2C-FFEC-BED27F711FB3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2" creationId="{8C1DE52F-3FA4-CB87-97AD-0280C8F303B2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3" creationId="{FED3F681-2984-7ADF-B36D-5F0FE63A6705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0" creationId="{45F87D8D-1B40-2AF5-D2D3-C8E6E99E5852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1" creationId="{3014732C-877D-D033-08B4-8B837DB2F987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2" creationId="{B798A043-9F0C-FCF1-6177-E2BC9082DCF2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3" creationId="{B98EDA50-7C69-C440-778E-019F23EBEBD8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4" creationId="{FAD6E359-2F11-F7D8-21F7-E478E94F105C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5" creationId="{253B040C-DA41-9D4E-00C9-3F2C43300770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6" creationId="{DAC48A6D-3264-F9FC-9B84-30EFACE1EFB3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7" creationId="{45063D55-2136-8848-5573-877C60A94348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8" creationId="{DA351F48-E25E-C05C-7251-50E97ADFF092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29" creationId="{132F074B-E5C0-EBCA-AD55-2445E7EBDC2C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30" creationId="{EEA4FC36-C8C9-9AB4-5F64-E5F6225366CB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31" creationId="{55C7A351-8A92-F506-F19A-2D61C682D9DE}"/>
          </ac:spMkLst>
        </pc:spChg>
        <pc:spChg chg="del">
          <ac:chgData name="月愛 大塚" userId="03a2a1008aea67db" providerId="LiveId" clId="{3863CF1A-3086-4B8E-8A3F-0036020226E1}" dt="2024-11-19T05:48:03.586" v="2" actId="478"/>
          <ac:spMkLst>
            <pc:docMk/>
            <pc:sldMk cId="2018713685" sldId="256"/>
            <ac:spMk id="32" creationId="{5F65D297-2939-131D-812B-9646B1FCCC98}"/>
          </ac:spMkLst>
        </pc:spChg>
        <pc:spChg chg="del">
          <ac:chgData name="月愛 大塚" userId="03a2a1008aea67db" providerId="LiveId" clId="{3863CF1A-3086-4B8E-8A3F-0036020226E1}" dt="2024-11-19T05:48:03.586" v="2" actId="478"/>
          <ac:spMkLst>
            <pc:docMk/>
            <pc:sldMk cId="2018713685" sldId="256"/>
            <ac:spMk id="33" creationId="{CD688723-AEDD-CE91-F974-6218F30D8B24}"/>
          </ac:spMkLst>
        </pc:spChg>
        <pc:spChg chg="del">
          <ac:chgData name="月愛 大塚" userId="03a2a1008aea67db" providerId="LiveId" clId="{3863CF1A-3086-4B8E-8A3F-0036020226E1}" dt="2024-11-19T05:48:03.586" v="2" actId="478"/>
          <ac:spMkLst>
            <pc:docMk/>
            <pc:sldMk cId="2018713685" sldId="256"/>
            <ac:spMk id="34" creationId="{9781CA2C-7F9D-DF5E-2E7D-012AC8E95F1C}"/>
          </ac:spMkLst>
        </pc:spChg>
        <pc:spChg chg="del">
          <ac:chgData name="月愛 大塚" userId="03a2a1008aea67db" providerId="LiveId" clId="{3863CF1A-3086-4B8E-8A3F-0036020226E1}" dt="2024-11-19T05:48:03.586" v="2" actId="478"/>
          <ac:spMkLst>
            <pc:docMk/>
            <pc:sldMk cId="2018713685" sldId="256"/>
            <ac:spMk id="35" creationId="{A4CC29F8-17BA-57FA-2600-EEB791DCB43D}"/>
          </ac:spMkLst>
        </pc:spChg>
        <pc:spChg chg="add del mod">
          <ac:chgData name="月愛 大塚" userId="03a2a1008aea67db" providerId="LiveId" clId="{3863CF1A-3086-4B8E-8A3F-0036020226E1}" dt="2024-11-19T05:59:43.350" v="131" actId="478"/>
          <ac:spMkLst>
            <pc:docMk/>
            <pc:sldMk cId="2018713685" sldId="256"/>
            <ac:spMk id="71" creationId="{0FA3E375-40EC-6238-C466-A6FE5663EC71}"/>
          </ac:spMkLst>
        </pc:spChg>
        <pc:spChg chg="add mod">
          <ac:chgData name="月愛 大塚" userId="03a2a1008aea67db" providerId="LiveId" clId="{3863CF1A-3086-4B8E-8A3F-0036020226E1}" dt="2024-11-19T06:00:46.537" v="161" actId="1076"/>
          <ac:spMkLst>
            <pc:docMk/>
            <pc:sldMk cId="2018713685" sldId="256"/>
            <ac:spMk id="72" creationId="{EF910930-A499-2875-FAF8-114800168B1F}"/>
          </ac:spMkLst>
        </pc:spChg>
        <pc:spChg chg="add mod">
          <ac:chgData name="月愛 大塚" userId="03a2a1008aea67db" providerId="LiveId" clId="{3863CF1A-3086-4B8E-8A3F-0036020226E1}" dt="2024-11-19T06:01:13.562" v="178" actId="20577"/>
          <ac:spMkLst>
            <pc:docMk/>
            <pc:sldMk cId="2018713685" sldId="256"/>
            <ac:spMk id="73" creationId="{E3408EAF-F76B-5A2C-041F-48D1A3829AE8}"/>
          </ac:spMkLst>
        </pc:spChg>
        <pc:spChg chg="add mod">
          <ac:chgData name="月愛 大塚" userId="03a2a1008aea67db" providerId="LiveId" clId="{3863CF1A-3086-4B8E-8A3F-0036020226E1}" dt="2024-11-19T06:02:46.470" v="213" actId="20577"/>
          <ac:spMkLst>
            <pc:docMk/>
            <pc:sldMk cId="2018713685" sldId="256"/>
            <ac:spMk id="74" creationId="{95B3BBF2-C842-46FC-F184-01C1CD736AB1}"/>
          </ac:spMkLst>
        </pc:spChg>
        <pc:spChg chg="add mod">
          <ac:chgData name="月愛 大塚" userId="03a2a1008aea67db" providerId="LiveId" clId="{3863CF1A-3086-4B8E-8A3F-0036020226E1}" dt="2024-11-19T06:03:15.889" v="250" actId="14100"/>
          <ac:spMkLst>
            <pc:docMk/>
            <pc:sldMk cId="2018713685" sldId="256"/>
            <ac:spMk id="75" creationId="{AD5AC14F-1ED4-951B-A996-2E05E910FF29}"/>
          </ac:spMkLst>
        </pc:spChg>
        <pc:spChg chg="add mod">
          <ac:chgData name="月愛 大塚" userId="03a2a1008aea67db" providerId="LiveId" clId="{3863CF1A-3086-4B8E-8A3F-0036020226E1}" dt="2024-11-19T06:03:48.821" v="293" actId="14100"/>
          <ac:spMkLst>
            <pc:docMk/>
            <pc:sldMk cId="2018713685" sldId="256"/>
            <ac:spMk id="76" creationId="{753925F1-B36C-1BAC-4BA5-5AE4832715E7}"/>
          </ac:spMkLst>
        </pc:spChg>
        <pc:spChg chg="add mod">
          <ac:chgData name="月愛 大塚" userId="03a2a1008aea67db" providerId="LiveId" clId="{3863CF1A-3086-4B8E-8A3F-0036020226E1}" dt="2024-11-19T06:11:05.770" v="378" actId="20577"/>
          <ac:spMkLst>
            <pc:docMk/>
            <pc:sldMk cId="2018713685" sldId="256"/>
            <ac:spMk id="77" creationId="{7FF88FE5-7B80-8153-62DD-838A668E5174}"/>
          </ac:spMkLst>
        </pc:spChg>
        <pc:spChg chg="add mod">
          <ac:chgData name="月愛 大塚" userId="03a2a1008aea67db" providerId="LiveId" clId="{3863CF1A-3086-4B8E-8A3F-0036020226E1}" dt="2024-11-19T06:04:12.711" v="340" actId="20577"/>
          <ac:spMkLst>
            <pc:docMk/>
            <pc:sldMk cId="2018713685" sldId="256"/>
            <ac:spMk id="78" creationId="{96811B06-6A0C-D362-0A81-4BDA39EDBEB1}"/>
          </ac:spMkLst>
        </pc:spChg>
        <pc:spChg chg="add mod">
          <ac:chgData name="月愛 大塚" userId="03a2a1008aea67db" providerId="LiveId" clId="{3863CF1A-3086-4B8E-8A3F-0036020226E1}" dt="2024-11-19T06:04:25.880" v="363" actId="20577"/>
          <ac:spMkLst>
            <pc:docMk/>
            <pc:sldMk cId="2018713685" sldId="256"/>
            <ac:spMk id="79" creationId="{2721421F-449D-7657-5D6B-B7B80289C7A6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52" creationId="{E24476AE-147F-089C-49E2-F72D4ED52C89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53" creationId="{95FD8F59-9363-239B-E60B-9552DCA0A11F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54" creationId="{219D2719-38EA-2C73-CDBD-253E9D331B64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55" creationId="{33F6B904-5C45-5690-AC53-6EA599B2FDD3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60" creationId="{89D3DAED-CF0F-E799-8814-15E45FFCCAFE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61" creationId="{619BA9E4-7D72-6A10-3F5B-A24542CD4D1D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62" creationId="{FFC97B52-655B-26DF-F0E3-720D2287CE01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63" creationId="{31C3E665-C43A-A114-9245-87689EDEB362}"/>
          </ac:spMkLst>
        </pc:spChg>
        <pc:spChg chg="mod">
          <ac:chgData name="月愛 大塚" userId="03a2a1008aea67db" providerId="LiveId" clId="{3863CF1A-3086-4B8E-8A3F-0036020226E1}" dt="2024-11-19T06:00:01.216" v="133" actId="14100"/>
          <ac:spMkLst>
            <pc:docMk/>
            <pc:sldMk cId="2018713685" sldId="256"/>
            <ac:spMk id="164" creationId="{FC4C4905-F2E1-A192-CB72-A4B2189DEE6D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65" creationId="{935B4BB0-1A07-5E6E-5166-1C25748459D8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78" creationId="{C062EBEA-251F-898C-8D9C-83501EF38181}"/>
          </ac:spMkLst>
        </pc:spChg>
        <pc:spChg chg="mod">
          <ac:chgData name="月愛 大塚" userId="03a2a1008aea67db" providerId="LiveId" clId="{3863CF1A-3086-4B8E-8A3F-0036020226E1}" dt="2024-11-19T05:59:55.495" v="132" actId="1076"/>
          <ac:spMkLst>
            <pc:docMk/>
            <pc:sldMk cId="2018713685" sldId="256"/>
            <ac:spMk id="179" creationId="{0A7015CF-CB7B-5725-9182-1B39504B6340}"/>
          </ac:spMkLst>
        </pc:spChg>
        <pc:cxnChg chg="add mod">
          <ac:chgData name="月愛 大塚" userId="03a2a1008aea67db" providerId="LiveId" clId="{3863CF1A-3086-4B8E-8A3F-0036020226E1}" dt="2024-11-19T06:26:01.571" v="382" actId="1076"/>
          <ac:cxnSpMkLst>
            <pc:docMk/>
            <pc:sldMk cId="2018713685" sldId="256"/>
            <ac:cxnSpMk id="14" creationId="{8CB68DFC-70C8-72A6-B9D8-59E3043A1109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5" creationId="{D59E0016-66CC-13CE-FBF9-D56AEE47B2CB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7" creationId="{0DFA23C1-0A67-D6B9-2610-73B08B3A3EB7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9" creationId="{008C71DC-5EF8-8344-8D51-A8273CC1FAB4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37" creationId="{76EB2A1D-CC4E-2AA7-AD59-D399DE952842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45" creationId="{85A4475D-4BCA-9CE2-D627-1E0D4C2258EC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47" creationId="{AC348CD7-6D4B-448D-C033-EF8630E1299D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49" creationId="{3E550599-D879-8910-BDE4-3817A040DAF2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0" creationId="{A5EF8F93-EF70-ACF8-7D1D-A7ECAC1849B9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1" creationId="{ED2C5251-3C1B-8E70-F482-009CCE772BBE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3" creationId="{097BC94C-9A84-47D4-C6E1-D80D525D1AB6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4" creationId="{FC309F7C-F267-25C4-AF17-3F2D13CD37D1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6" creationId="{9B4BEB30-DEFC-113F-3DE1-EB5AAB6B896A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58" creationId="{CA217BA4-D194-EC9F-9518-DD5501C3CBD7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60" creationId="{85FFEAC4-4B6B-B9DA-FF8C-3C9768ABC216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66" creationId="{ADD128A5-6FA7-4817-5125-2B6F3488C028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67" creationId="{8926D316-1669-F617-3FCA-FCD8F5BC462B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68" creationId="{CEF473AB-9F98-43F5-40E0-8C4858BD8D9D}"/>
          </ac:cxnSpMkLst>
        </pc:cxnChg>
        <pc:cxnChg chg="add 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70" creationId="{4F4BBD20-929D-3ED4-9F84-49582395C441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81" creationId="{57811086-E7EA-9C5B-A833-F89A9F4A9232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84" creationId="{5C1F43D9-E59B-0028-7EED-8C87F6028598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86" creationId="{C26B472F-046E-E785-31F7-4B42E76176DA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88" creationId="{87BCEF68-5070-8DCF-188A-F559D5C5AEF2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92" creationId="{F7FF579E-D3D5-614B-2862-52807E5706B8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96" creationId="{0A614E4C-50F3-5A11-A865-390C8A3D164B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99" creationId="{B8E7410E-1305-8C47-DD75-0E54190AE20E}"/>
          </ac:cxnSpMkLst>
        </pc:cxnChg>
        <pc:cxnChg chg="del mod">
          <ac:chgData name="月愛 大塚" userId="03a2a1008aea67db" providerId="LiveId" clId="{3863CF1A-3086-4B8E-8A3F-0036020226E1}" dt="2024-11-19T06:25:49.657" v="380" actId="478"/>
          <ac:cxnSpMkLst>
            <pc:docMk/>
            <pc:sldMk cId="2018713685" sldId="256"/>
            <ac:cxnSpMk id="102" creationId="{476331B4-AE82-9E63-FF04-69EE3C34A523}"/>
          </ac:cxnSpMkLst>
        </pc:cxnChg>
        <pc:cxnChg chg="del mod">
          <ac:chgData name="月愛 大塚" userId="03a2a1008aea67db" providerId="LiveId" clId="{3863CF1A-3086-4B8E-8A3F-0036020226E1}" dt="2024-11-19T06:25:48.730" v="379" actId="478"/>
          <ac:cxnSpMkLst>
            <pc:docMk/>
            <pc:sldMk cId="2018713685" sldId="256"/>
            <ac:cxnSpMk id="104" creationId="{B7403E70-AD32-6937-4960-101483F1084D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08" creationId="{063E9026-0215-7F56-1160-EBCB2C232B07}"/>
          </ac:cxnSpMkLst>
        </pc:cxnChg>
        <pc:cxnChg chg="del">
          <ac:chgData name="月愛 大塚" userId="03a2a1008aea67db" providerId="LiveId" clId="{3863CF1A-3086-4B8E-8A3F-0036020226E1}" dt="2024-11-19T05:50:22.166" v="12" actId="478"/>
          <ac:cxnSpMkLst>
            <pc:docMk/>
            <pc:sldMk cId="2018713685" sldId="256"/>
            <ac:cxnSpMk id="111" creationId="{5999406A-6A9D-2A23-C949-C888CD03E0A8}"/>
          </ac:cxnSpMkLst>
        </pc:cxnChg>
        <pc:cxnChg chg="del">
          <ac:chgData name="月愛 大塚" userId="03a2a1008aea67db" providerId="LiveId" clId="{3863CF1A-3086-4B8E-8A3F-0036020226E1}" dt="2024-11-19T05:50:25.169" v="16" actId="478"/>
          <ac:cxnSpMkLst>
            <pc:docMk/>
            <pc:sldMk cId="2018713685" sldId="256"/>
            <ac:cxnSpMk id="113" creationId="{177A0F20-213B-A3B8-C779-10BD689DF99A}"/>
          </ac:cxnSpMkLst>
        </pc:cxnChg>
        <pc:cxnChg chg="del">
          <ac:chgData name="月愛 大塚" userId="03a2a1008aea67db" providerId="LiveId" clId="{3863CF1A-3086-4B8E-8A3F-0036020226E1}" dt="2024-11-19T05:50:23.741" v="14" actId="478"/>
          <ac:cxnSpMkLst>
            <pc:docMk/>
            <pc:sldMk cId="2018713685" sldId="256"/>
            <ac:cxnSpMk id="115" creationId="{DE0D074C-0B03-0D07-F52C-7B8CCE0D1E47}"/>
          </ac:cxnSpMkLst>
        </pc:cxnChg>
        <pc:cxnChg chg="del">
          <ac:chgData name="月愛 大塚" userId="03a2a1008aea67db" providerId="LiveId" clId="{3863CF1A-3086-4B8E-8A3F-0036020226E1}" dt="2024-11-19T05:50:22.979" v="13" actId="478"/>
          <ac:cxnSpMkLst>
            <pc:docMk/>
            <pc:sldMk cId="2018713685" sldId="256"/>
            <ac:cxnSpMk id="117" creationId="{C854C42B-7966-03D7-A4BF-8C6BEE639DE8}"/>
          </ac:cxnSpMkLst>
        </pc:cxnChg>
        <pc:cxnChg chg="del">
          <ac:chgData name="月愛 大塚" userId="03a2a1008aea67db" providerId="LiveId" clId="{3863CF1A-3086-4B8E-8A3F-0036020226E1}" dt="2024-11-19T05:50:21.321" v="11" actId="478"/>
          <ac:cxnSpMkLst>
            <pc:docMk/>
            <pc:sldMk cId="2018713685" sldId="256"/>
            <ac:cxnSpMk id="119" creationId="{E4D373B1-9E9F-B8B6-1D81-B4B83437A516}"/>
          </ac:cxnSpMkLst>
        </pc:cxnChg>
        <pc:cxnChg chg="del">
          <ac:chgData name="月愛 大塚" userId="03a2a1008aea67db" providerId="LiveId" clId="{3863CF1A-3086-4B8E-8A3F-0036020226E1}" dt="2024-11-19T05:50:24.448" v="15" actId="478"/>
          <ac:cxnSpMkLst>
            <pc:docMk/>
            <pc:sldMk cId="2018713685" sldId="256"/>
            <ac:cxnSpMk id="121" creationId="{D09F05AA-EDDD-CCD7-167B-6D2993C9089A}"/>
          </ac:cxnSpMkLst>
        </pc:cxnChg>
        <pc:cxnChg chg="del mod">
          <ac:chgData name="月愛 大塚" userId="03a2a1008aea67db" providerId="LiveId" clId="{3863CF1A-3086-4B8E-8A3F-0036020226E1}" dt="2024-11-19T05:48:01.943" v="1" actId="478"/>
          <ac:cxnSpMkLst>
            <pc:docMk/>
            <pc:sldMk cId="2018713685" sldId="256"/>
            <ac:cxnSpMk id="124" creationId="{EDEB8B75-1879-0775-5F01-35E80F2B1F95}"/>
          </ac:cxnSpMkLst>
        </pc:cxnChg>
        <pc:cxnChg chg="del">
          <ac:chgData name="月愛 大塚" userId="03a2a1008aea67db" providerId="LiveId" clId="{3863CF1A-3086-4B8E-8A3F-0036020226E1}" dt="2024-11-19T05:48:03.586" v="2" actId="478"/>
          <ac:cxnSpMkLst>
            <pc:docMk/>
            <pc:sldMk cId="2018713685" sldId="256"/>
            <ac:cxnSpMk id="126" creationId="{5F128987-0426-FBF5-9BD8-DA903F97A80C}"/>
          </ac:cxnSpMkLst>
        </pc:cxnChg>
        <pc:cxnChg chg="del">
          <ac:chgData name="月愛 大塚" userId="03a2a1008aea67db" providerId="LiveId" clId="{3863CF1A-3086-4B8E-8A3F-0036020226E1}" dt="2024-11-19T05:48:03.586" v="2" actId="478"/>
          <ac:cxnSpMkLst>
            <pc:docMk/>
            <pc:sldMk cId="2018713685" sldId="256"/>
            <ac:cxnSpMk id="128" creationId="{8D042925-2042-78CD-95C2-C9FCC7591606}"/>
          </ac:cxnSpMkLst>
        </pc:cxnChg>
        <pc:cxnChg chg="del">
          <ac:chgData name="月愛 大塚" userId="03a2a1008aea67db" providerId="LiveId" clId="{3863CF1A-3086-4B8E-8A3F-0036020226E1}" dt="2024-11-19T05:48:03.586" v="2" actId="478"/>
          <ac:cxnSpMkLst>
            <pc:docMk/>
            <pc:sldMk cId="2018713685" sldId="256"/>
            <ac:cxnSpMk id="130" creationId="{777BB798-D7CC-BEC6-6E9D-738547D5F089}"/>
          </ac:cxnSpMkLst>
        </pc:cxnChg>
        <pc:cxnChg chg="del">
          <ac:chgData name="月愛 大塚" userId="03a2a1008aea67db" providerId="LiveId" clId="{3863CF1A-3086-4B8E-8A3F-0036020226E1}" dt="2024-11-19T05:48:05.794" v="4" actId="478"/>
          <ac:cxnSpMkLst>
            <pc:docMk/>
            <pc:sldMk cId="2018713685" sldId="256"/>
            <ac:cxnSpMk id="139" creationId="{936044A0-526F-1CAB-8756-8E8867974AB5}"/>
          </ac:cxnSpMkLst>
        </pc:cxnChg>
        <pc:cxnChg chg="del">
          <ac:chgData name="月愛 大塚" userId="03a2a1008aea67db" providerId="LiveId" clId="{3863CF1A-3086-4B8E-8A3F-0036020226E1}" dt="2024-11-19T05:48:04.744" v="3" actId="478"/>
          <ac:cxnSpMkLst>
            <pc:docMk/>
            <pc:sldMk cId="2018713685" sldId="256"/>
            <ac:cxnSpMk id="143" creationId="{193DF944-CB3C-75F1-5495-150AAA8589B0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67" creationId="{34DCD791-B8D0-5D0B-8C9E-63607E6C437F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70" creationId="{E7836096-F397-6327-8CAE-34F91D42A23C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73" creationId="{4DB9B3F8-C79B-CF61-D7D2-55C5A4ECF000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75" creationId="{C5001C5C-33C0-B773-EFF7-ABB2FEE47D21}"/>
          </ac:cxnSpMkLst>
        </pc:cxnChg>
        <pc:cxnChg chg="mod">
          <ac:chgData name="月愛 大塚" userId="03a2a1008aea67db" providerId="LiveId" clId="{3863CF1A-3086-4B8E-8A3F-0036020226E1}" dt="2024-11-19T05:59:55.495" v="132" actId="1076"/>
          <ac:cxnSpMkLst>
            <pc:docMk/>
            <pc:sldMk cId="2018713685" sldId="256"/>
            <ac:cxnSpMk id="177" creationId="{FBF96149-3842-377D-2659-4890306749B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C2E85-4340-4025-98B2-07F8B93075F6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0E0AB-1CA1-475F-9A77-88BFADF8F4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8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0E0AB-1CA1-475F-9A77-88BFADF8F4D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58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6470F-E095-C1A9-B41F-46DEAC1BE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F83D82-03F0-796A-B2A8-F463C0065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94FD7B-8525-BFDE-946F-6049CBAB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103CC-A1B8-2599-CD06-6CE83C45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438FCA-6B37-FA78-979E-890874D2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80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7B3A2A-5D41-9522-2D54-08586DBB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430F21-FE22-E73B-6B12-2B2DC7EEF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24BED9-E034-6E43-4D00-F9E4D5C2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BAE51F-EF00-0029-0A3E-27D41EA2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636F50-268B-ED5A-94B6-0C2D82ED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36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D9B33-9959-6B15-39AC-0BB44AEB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A4124B-5B43-6D0C-D6EF-7AAE45E8A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45E206-90F2-D723-F63D-C23B238B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31AC2E-96C5-6067-75B2-D5583EA0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D764F1-A427-E1D2-FC1B-3CDA8735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02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08778-3CF9-96F8-85A8-FB5CCA57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07C8B8-3F0F-9150-7CAD-CF61C1AFA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1F56A-BB53-C22D-1AE7-56AB65133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43CA0E-FF8E-6209-AAB7-7A990FC5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641551-4CC8-0C18-2478-5829E8DB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4B85AF-A0AB-E456-8980-7057C0C9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85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C4F9CD-82C5-0766-1D2D-5C616053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B00C5B-BD34-E286-EB10-59D531161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EB081-F293-9879-4962-88C6213F9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521E42-8DA6-1FEC-189A-6ECE04FF0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EB6524C-1E0A-B889-B2C7-1232DA06E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05E7BB6-2CC4-FE86-20BA-3704B7B5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5794CC-DE9F-BB8B-8DAE-0CA1DEE9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2977CE-B66E-8A07-AE55-4D94773D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63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F2B42-81C6-2C11-07E7-75A857FE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13C433-267D-FB10-3798-9215B747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20761B-0922-7A32-BD84-C46945F5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F46B16-E40D-8E33-5704-B20E202E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22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447C3A-5C51-FC67-9F13-6A1C84F1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773947-E51F-722C-1E95-FBB4506C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F60905-5FA1-30A2-13A4-0F3DA42A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4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BBB3-397A-E09A-6B67-8C8C2665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434E23-6D14-197B-1D0F-E6FC11E6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7DECFE-B396-18E1-034F-5EA2A0A83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5A72E2-EC4F-3DB3-9CD3-3FDA4443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E5898E-A3E8-48E0-9C7B-C0E31E37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7B1057-C8DD-BB63-575A-57AA0780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3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F4BB91-718B-C8C7-9FD2-5822D4A1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9D7D1C-4C1D-6DAE-6108-50E99836D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2ACCF9-2288-831F-5424-88B9C5FD7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084D3C-0C58-9128-0C0C-8AD11C5D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B78C59-2376-16EE-A41D-2FA847BA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703AD2-402B-EB01-088D-2ADF3E6C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81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6ED943-45AB-9C2F-66D5-41C54685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3A5E75-880C-9BB4-3E67-F1DD9947F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E791F6-DE53-C747-4769-51A5526D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13E4F8-82DC-37A8-C51B-7809E038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0405BC-CFDD-201D-D73B-8040316E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45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AC852C-D7D5-DA71-9075-706DBD68D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437A916-C5C1-DE7C-9E7E-C20151C1B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735E54-5A11-AC43-B984-CF7B3941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D77B44-84B2-2A99-5A3D-FD5E94F3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2EA69E-8FD7-D70B-D080-7E46B919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104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741C9C-B5CF-44AE-9C73-091DC3AD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8AD3C1-D08F-84AC-4DF2-2556FE67C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9CC6D5-BD33-0E6D-0F5F-E13ABA63F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0CE4A-1531-478B-93D5-8DB88FEAD784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929574-CBFC-7EB9-805D-00BEF516B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603783-E04D-FB84-3468-EF508DE9E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B2551-682A-49D9-B061-E45EA2E613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22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AA951A-D5E2-323A-4647-63F3DB0DF92E}"/>
              </a:ext>
            </a:extLst>
          </p:cNvPr>
          <p:cNvSpPr/>
          <p:nvPr/>
        </p:nvSpPr>
        <p:spPr>
          <a:xfrm>
            <a:off x="494949" y="929247"/>
            <a:ext cx="1756745" cy="17675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ファイル管理番号</a:t>
            </a:r>
            <a:r>
              <a:rPr lang="en-US" altLang="ja-JP" sz="1000" dirty="0"/>
              <a:t>(PK)</a:t>
            </a:r>
          </a:p>
          <a:p>
            <a:r>
              <a:rPr lang="ja-JP" altLang="en-US" sz="1000" dirty="0"/>
              <a:t>ファイル管理連番</a:t>
            </a:r>
            <a:r>
              <a:rPr lang="en-US" altLang="ja-JP" sz="1000" dirty="0"/>
              <a:t>(PK)</a:t>
            </a:r>
          </a:p>
          <a:p>
            <a:r>
              <a:rPr lang="ja-JP" altLang="en-US" sz="1000" dirty="0"/>
              <a:t>ファイル</a:t>
            </a:r>
            <a:endParaRPr lang="en-US" altLang="ja-JP" sz="1000" dirty="0"/>
          </a:p>
          <a:p>
            <a:r>
              <a:rPr lang="ja-JP" altLang="en-US" sz="1000" dirty="0"/>
              <a:t>ファイル名</a:t>
            </a:r>
            <a:endParaRPr kumimoji="1" lang="en-US" altLang="ja-JP" sz="1000" dirty="0"/>
          </a:p>
          <a:p>
            <a:r>
              <a:rPr lang="ja-JP" altLang="en-US" sz="1000" dirty="0"/>
              <a:t>題名</a:t>
            </a:r>
            <a:endParaRPr lang="en-US" altLang="ja-JP" sz="1000" dirty="0"/>
          </a:p>
          <a:p>
            <a:r>
              <a:rPr lang="ja-JP" altLang="en-US" sz="1000" dirty="0"/>
              <a:t>日付</a:t>
            </a:r>
            <a:endParaRPr lang="en-US" altLang="ja-JP" sz="1000" dirty="0"/>
          </a:p>
          <a:p>
            <a:r>
              <a:rPr lang="ja-JP" altLang="en-US" sz="1000" dirty="0"/>
              <a:t>削除フラグ</a:t>
            </a:r>
            <a:endParaRPr lang="en-US" altLang="ja-JP" sz="1000" dirty="0"/>
          </a:p>
          <a:p>
            <a:r>
              <a:rPr kumimoji="1" lang="ja-JP" altLang="en-US" sz="1000" dirty="0"/>
              <a:t>データ登録日時</a:t>
            </a:r>
            <a:endParaRPr kumimoji="1"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kumimoji="1" lang="ja-JP" altLang="en-US" sz="1000" dirty="0"/>
              <a:t>更新者ユーザー</a:t>
            </a:r>
            <a:r>
              <a:rPr kumimoji="1" lang="en-US" altLang="ja-JP" sz="1000" dirty="0"/>
              <a:t>ID</a:t>
            </a:r>
          </a:p>
          <a:p>
            <a:r>
              <a:rPr kumimoji="1" lang="ja-JP" altLang="en-US" sz="1000" dirty="0"/>
              <a:t>バージョン</a:t>
            </a:r>
            <a:endParaRPr kumimoji="1" lang="en-US" altLang="ja-JP" sz="10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3B8913-DE56-BBBF-0302-92B48AC2E1A1}"/>
              </a:ext>
            </a:extLst>
          </p:cNvPr>
          <p:cNvSpPr/>
          <p:nvPr/>
        </p:nvSpPr>
        <p:spPr>
          <a:xfrm>
            <a:off x="494949" y="535956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b="1" dirty="0">
                <a:solidFill>
                  <a:schemeClr val="tx1"/>
                </a:solidFill>
              </a:rPr>
              <a:t>ファイル</a:t>
            </a:r>
            <a:r>
              <a:rPr lang="ja-JP" altLang="en-US" sz="1400" b="1" dirty="0">
                <a:solidFill>
                  <a:schemeClr val="tx1"/>
                </a:solidFill>
              </a:rPr>
              <a:t>管理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A9F04B3-EC81-2CAD-7F5D-C83E74B547F9}"/>
              </a:ext>
            </a:extLst>
          </p:cNvPr>
          <p:cNvSpPr/>
          <p:nvPr/>
        </p:nvSpPr>
        <p:spPr>
          <a:xfrm>
            <a:off x="3555731" y="925819"/>
            <a:ext cx="1750142" cy="1142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ファイル管理番号</a:t>
            </a:r>
            <a:r>
              <a:rPr lang="en-US" altLang="ja-JP" sz="1000" dirty="0"/>
              <a:t>(PK,FK)</a:t>
            </a:r>
          </a:p>
          <a:p>
            <a:r>
              <a:rPr lang="ja-JP" altLang="en-US" sz="1000" dirty="0"/>
              <a:t>ファイル管理連番</a:t>
            </a:r>
            <a:r>
              <a:rPr lang="en-US" altLang="ja-JP" sz="1000" dirty="0"/>
              <a:t>(PK,FK)</a:t>
            </a:r>
          </a:p>
          <a:p>
            <a:r>
              <a:rPr lang="ja-JP" altLang="en-US" sz="1000" dirty="0"/>
              <a:t>ユーザー</a:t>
            </a:r>
            <a:r>
              <a:rPr lang="en-US" altLang="ja-JP" sz="1000" dirty="0"/>
              <a:t>ID(PK,FK)</a:t>
            </a:r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バージョン</a:t>
            </a:r>
            <a:endParaRPr lang="en-US" altLang="ja-JP" sz="10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195201-DEEA-EB2C-FFEC-BED27F711FB3}"/>
              </a:ext>
            </a:extLst>
          </p:cNvPr>
          <p:cNvSpPr/>
          <p:nvPr/>
        </p:nvSpPr>
        <p:spPr>
          <a:xfrm>
            <a:off x="3555731" y="532528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会議参加者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5F87D8D-1B40-2AF5-D2D3-C8E6E99E5852}"/>
              </a:ext>
            </a:extLst>
          </p:cNvPr>
          <p:cNvSpPr/>
          <p:nvPr/>
        </p:nvSpPr>
        <p:spPr>
          <a:xfrm>
            <a:off x="3555731" y="2830056"/>
            <a:ext cx="1750142" cy="16312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/>
              <a:t>ユーザー</a:t>
            </a:r>
            <a:r>
              <a:rPr kumimoji="1" lang="en-US" altLang="ja-JP" sz="1000" dirty="0"/>
              <a:t>ID(PK)</a:t>
            </a:r>
          </a:p>
          <a:p>
            <a:r>
              <a:rPr lang="ja-JP" altLang="en-US" sz="1000" dirty="0"/>
              <a:t>役職</a:t>
            </a:r>
            <a:r>
              <a:rPr lang="en-US" altLang="ja-JP" sz="1000" dirty="0"/>
              <a:t>ID(FK)</a:t>
            </a:r>
          </a:p>
          <a:p>
            <a:r>
              <a:rPr kumimoji="1" lang="ja-JP" altLang="en-US" sz="1000" dirty="0"/>
              <a:t>ユーザー名</a:t>
            </a:r>
            <a:r>
              <a:rPr lang="en-US" altLang="ja-JP" sz="1000" dirty="0"/>
              <a:t>(</a:t>
            </a:r>
            <a:r>
              <a:rPr lang="ja-JP" altLang="en-US" sz="1000" dirty="0"/>
              <a:t>漢字</a:t>
            </a:r>
            <a:r>
              <a:rPr lang="en-US" altLang="ja-JP" sz="1000" dirty="0"/>
              <a:t>)</a:t>
            </a:r>
            <a:endParaRPr kumimoji="1" lang="en-US" altLang="ja-JP" sz="1000" dirty="0"/>
          </a:p>
          <a:p>
            <a:r>
              <a:rPr lang="ja-JP" altLang="en-US" sz="1000" dirty="0"/>
              <a:t>ユーザー名</a:t>
            </a:r>
            <a:r>
              <a:rPr lang="en-US" altLang="ja-JP" sz="1000" dirty="0"/>
              <a:t>(</a:t>
            </a:r>
            <a:r>
              <a:rPr lang="ja-JP" altLang="en-US" sz="1000" dirty="0"/>
              <a:t>カタカナ</a:t>
            </a:r>
            <a:r>
              <a:rPr lang="en-US" altLang="ja-JP" sz="1000" dirty="0"/>
              <a:t>)</a:t>
            </a:r>
          </a:p>
          <a:p>
            <a:r>
              <a:rPr kumimoji="1" lang="ja-JP" altLang="en-US" sz="1000" dirty="0"/>
              <a:t>パスワード</a:t>
            </a:r>
            <a:endParaRPr kumimoji="1" lang="en-US" altLang="ja-JP" sz="1000" dirty="0"/>
          </a:p>
          <a:p>
            <a:r>
              <a:rPr kumimoji="1" lang="ja-JP" altLang="en-US" sz="1000" dirty="0"/>
              <a:t>権限</a:t>
            </a:r>
            <a:endParaRPr kumimoji="1" lang="en-US" altLang="ja-JP" sz="1000" dirty="0"/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kumimoji="1" lang="ja-JP" altLang="en-US" sz="1000" dirty="0"/>
              <a:t>データ更新日時</a:t>
            </a:r>
            <a:endParaRPr kumimoji="1"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kumimoji="1" lang="ja-JP" altLang="en-US" sz="1000" dirty="0"/>
              <a:t>バージョン</a:t>
            </a:r>
            <a:endParaRPr kumimoji="1" lang="en-US" altLang="ja-JP" sz="10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014732C-877D-D033-08B4-8B837DB2F987}"/>
              </a:ext>
            </a:extLst>
          </p:cNvPr>
          <p:cNvSpPr/>
          <p:nvPr/>
        </p:nvSpPr>
        <p:spPr>
          <a:xfrm>
            <a:off x="3555731" y="2436765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ユーザーマスタ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AD6E359-2F11-F7D8-21F7-E478E94F105C}"/>
              </a:ext>
            </a:extLst>
          </p:cNvPr>
          <p:cNvSpPr/>
          <p:nvPr/>
        </p:nvSpPr>
        <p:spPr>
          <a:xfrm>
            <a:off x="494949" y="5474388"/>
            <a:ext cx="1750142" cy="10156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所属</a:t>
            </a:r>
            <a:r>
              <a:rPr lang="en-US" altLang="ja-JP" sz="1000" dirty="0"/>
              <a:t>ID(PK)</a:t>
            </a:r>
          </a:p>
          <a:p>
            <a:r>
              <a:rPr lang="ja-JP" altLang="en-US" sz="1000" dirty="0"/>
              <a:t>所属名</a:t>
            </a:r>
            <a:endParaRPr lang="en-US" altLang="ja-JP" sz="1000" dirty="0"/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バージョン</a:t>
            </a:r>
            <a:endParaRPr lang="en-US" altLang="ja-JP" sz="10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53B040C-DA41-9D4E-00C9-3F2C43300770}"/>
              </a:ext>
            </a:extLst>
          </p:cNvPr>
          <p:cNvSpPr/>
          <p:nvPr/>
        </p:nvSpPr>
        <p:spPr>
          <a:xfrm>
            <a:off x="494949" y="5081097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所属マスタ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A351F48-E25E-C05C-7251-50E97ADFF092}"/>
              </a:ext>
            </a:extLst>
          </p:cNvPr>
          <p:cNvSpPr/>
          <p:nvPr/>
        </p:nvSpPr>
        <p:spPr>
          <a:xfrm>
            <a:off x="6719020" y="932349"/>
            <a:ext cx="1750142" cy="10156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役職</a:t>
            </a:r>
            <a:r>
              <a:rPr lang="en-US" altLang="ja-JP" sz="1000" dirty="0"/>
              <a:t>ID(PK)</a:t>
            </a:r>
          </a:p>
          <a:p>
            <a:r>
              <a:rPr lang="ja-JP" altLang="en-US" sz="1000" dirty="0"/>
              <a:t>役職名</a:t>
            </a:r>
            <a:endParaRPr lang="en-US" altLang="ja-JP" sz="1000" dirty="0"/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バージョン</a:t>
            </a:r>
            <a:endParaRPr lang="en-US" altLang="ja-JP" sz="10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32F074B-E5C0-EBCA-AD55-2445E7EBDC2C}"/>
              </a:ext>
            </a:extLst>
          </p:cNvPr>
          <p:cNvSpPr/>
          <p:nvPr/>
        </p:nvSpPr>
        <p:spPr>
          <a:xfrm>
            <a:off x="6719020" y="539058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役職マスタ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ADD128A5-6FA7-4817-5125-2B6F3488C028}"/>
              </a:ext>
            </a:extLst>
          </p:cNvPr>
          <p:cNvCxnSpPr>
            <a:cxnSpLocks/>
          </p:cNvCxnSpPr>
          <p:nvPr/>
        </p:nvCxnSpPr>
        <p:spPr>
          <a:xfrm>
            <a:off x="5321176" y="2931012"/>
            <a:ext cx="4883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CEF473AB-9F98-43F5-40E0-8C4858BD8D9D}"/>
              </a:ext>
            </a:extLst>
          </p:cNvPr>
          <p:cNvCxnSpPr>
            <a:cxnSpLocks/>
          </p:cNvCxnSpPr>
          <p:nvPr/>
        </p:nvCxnSpPr>
        <p:spPr>
          <a:xfrm flipV="1">
            <a:off x="5809524" y="1324214"/>
            <a:ext cx="0" cy="1606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57811086-E7EA-9C5B-A833-F89A9F4A9232}"/>
              </a:ext>
            </a:extLst>
          </p:cNvPr>
          <p:cNvCxnSpPr>
            <a:cxnSpLocks/>
          </p:cNvCxnSpPr>
          <p:nvPr/>
        </p:nvCxnSpPr>
        <p:spPr>
          <a:xfrm>
            <a:off x="5321176" y="1324214"/>
            <a:ext cx="501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7FF579E-D3D5-614B-2862-52807E5706B8}"/>
              </a:ext>
            </a:extLst>
          </p:cNvPr>
          <p:cNvCxnSpPr>
            <a:cxnSpLocks/>
          </p:cNvCxnSpPr>
          <p:nvPr/>
        </p:nvCxnSpPr>
        <p:spPr>
          <a:xfrm flipH="1">
            <a:off x="6000192" y="974128"/>
            <a:ext cx="7188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0A614E4C-50F3-5A11-A865-390C8A3D164B}"/>
              </a:ext>
            </a:extLst>
          </p:cNvPr>
          <p:cNvCxnSpPr>
            <a:cxnSpLocks/>
          </p:cNvCxnSpPr>
          <p:nvPr/>
        </p:nvCxnSpPr>
        <p:spPr>
          <a:xfrm>
            <a:off x="6000192" y="974128"/>
            <a:ext cx="0" cy="2132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B8E7410E-1305-8C47-DD75-0E54190AE20E}"/>
              </a:ext>
            </a:extLst>
          </p:cNvPr>
          <p:cNvCxnSpPr>
            <a:cxnSpLocks/>
          </p:cNvCxnSpPr>
          <p:nvPr/>
        </p:nvCxnSpPr>
        <p:spPr>
          <a:xfrm flipH="1">
            <a:off x="5321175" y="3106369"/>
            <a:ext cx="679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063E9026-0215-7F56-1160-EBCB2C232B07}"/>
              </a:ext>
            </a:extLst>
          </p:cNvPr>
          <p:cNvCxnSpPr>
            <a:cxnSpLocks/>
          </p:cNvCxnSpPr>
          <p:nvPr/>
        </p:nvCxnSpPr>
        <p:spPr>
          <a:xfrm>
            <a:off x="6628536" y="883061"/>
            <a:ext cx="0" cy="18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E24476AE-147F-089C-49E2-F72D4ED52C89}"/>
              </a:ext>
            </a:extLst>
          </p:cNvPr>
          <p:cNvSpPr/>
          <p:nvPr/>
        </p:nvSpPr>
        <p:spPr>
          <a:xfrm>
            <a:off x="9584591" y="883063"/>
            <a:ext cx="1750142" cy="16311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ログ</a:t>
            </a:r>
            <a:r>
              <a:rPr lang="en-US" altLang="ja-JP" sz="1000" dirty="0"/>
              <a:t>ID(PK)</a:t>
            </a:r>
          </a:p>
          <a:p>
            <a:r>
              <a:rPr lang="ja-JP" altLang="en-US" sz="1000" dirty="0"/>
              <a:t>ログ区分</a:t>
            </a:r>
            <a:endParaRPr lang="en-US" altLang="ja-JP" sz="1000" dirty="0"/>
          </a:p>
          <a:p>
            <a:r>
              <a:rPr lang="ja-JP" altLang="en-US" sz="1000" dirty="0"/>
              <a:t>操作内容</a:t>
            </a:r>
            <a:endParaRPr lang="en-US" altLang="ja-JP" sz="1000" dirty="0"/>
          </a:p>
          <a:p>
            <a:r>
              <a:rPr lang="ja-JP" altLang="en-US" sz="1000" dirty="0"/>
              <a:t>メッセージコード</a:t>
            </a:r>
            <a:endParaRPr lang="en-US" altLang="ja-JP" sz="1000" dirty="0"/>
          </a:p>
          <a:p>
            <a:r>
              <a:rPr lang="ja-JP" altLang="en-US" sz="1000" dirty="0"/>
              <a:t>発生クラス名</a:t>
            </a:r>
            <a:endParaRPr lang="en-US" altLang="ja-JP" sz="1000" dirty="0"/>
          </a:p>
          <a:p>
            <a:r>
              <a:rPr lang="ja-JP" altLang="en-US" sz="1000" dirty="0"/>
              <a:t>発生日時</a:t>
            </a:r>
            <a:endParaRPr lang="en-US" altLang="ja-JP" sz="1000" dirty="0"/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バージョン</a:t>
            </a:r>
            <a:endParaRPr lang="en-US" altLang="ja-JP" sz="1000" dirty="0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95FD8F59-9363-239B-E60B-9552DCA0A11F}"/>
              </a:ext>
            </a:extLst>
          </p:cNvPr>
          <p:cNvSpPr/>
          <p:nvPr/>
        </p:nvSpPr>
        <p:spPr>
          <a:xfrm>
            <a:off x="9584591" y="489772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ログ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89D3DAED-CF0F-E799-8814-15E45FFCCAFE}"/>
              </a:ext>
            </a:extLst>
          </p:cNvPr>
          <p:cNvSpPr/>
          <p:nvPr/>
        </p:nvSpPr>
        <p:spPr>
          <a:xfrm>
            <a:off x="9584591" y="3429001"/>
            <a:ext cx="1750142" cy="16520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PC</a:t>
            </a:r>
            <a:r>
              <a:rPr lang="ja-JP" altLang="en-US" sz="1000" dirty="0"/>
              <a:t>ホスト名</a:t>
            </a:r>
            <a:endParaRPr lang="en-US" altLang="ja-JP" sz="1000" dirty="0"/>
          </a:p>
          <a:p>
            <a:r>
              <a:rPr lang="ja-JP" altLang="en-US" sz="1000" dirty="0"/>
              <a:t>画面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ファイル管理番号</a:t>
            </a:r>
            <a:endParaRPr lang="en-US" altLang="ja-JP" sz="1000" dirty="0"/>
          </a:p>
          <a:p>
            <a:r>
              <a:rPr lang="ja-JP" altLang="en-US" sz="1000" dirty="0"/>
              <a:t>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所属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役職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kumimoji="1" lang="ja-JP" altLang="en-US" sz="1000" dirty="0"/>
              <a:t>データ更新日時</a:t>
            </a:r>
            <a:endParaRPr kumimoji="1"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kumimoji="1" lang="ja-JP" altLang="en-US" sz="1000" dirty="0"/>
              <a:t>バージョン</a:t>
            </a:r>
            <a:endParaRPr kumimoji="1" lang="en-US" altLang="ja-JP" sz="1050" dirty="0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619BA9E4-7D72-6A10-3F5B-A24542CD4D1D}"/>
              </a:ext>
            </a:extLst>
          </p:cNvPr>
          <p:cNvSpPr/>
          <p:nvPr/>
        </p:nvSpPr>
        <p:spPr>
          <a:xfrm>
            <a:off x="9584591" y="3035711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b="1" dirty="0">
                <a:solidFill>
                  <a:schemeClr val="tx1"/>
                </a:solidFill>
              </a:rPr>
              <a:t>排他ロック</a:t>
            </a: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FC4C4905-F2E1-A192-CB72-A4B2189DEE6D}"/>
              </a:ext>
            </a:extLst>
          </p:cNvPr>
          <p:cNvSpPr/>
          <p:nvPr/>
        </p:nvSpPr>
        <p:spPr>
          <a:xfrm>
            <a:off x="6478561" y="5117595"/>
            <a:ext cx="3004088" cy="1604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935B4BB0-1A07-5E6E-5166-1C25748459D8}"/>
              </a:ext>
            </a:extLst>
          </p:cNvPr>
          <p:cNvSpPr txBox="1"/>
          <p:nvPr/>
        </p:nvSpPr>
        <p:spPr>
          <a:xfrm>
            <a:off x="6488499" y="5218440"/>
            <a:ext cx="111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凡例</a:t>
            </a:r>
          </a:p>
        </p:txBody>
      </p:sp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34DCD791-B8D0-5D0B-8C9E-63607E6C437F}"/>
              </a:ext>
            </a:extLst>
          </p:cNvPr>
          <p:cNvCxnSpPr>
            <a:cxnSpLocks/>
          </p:cNvCxnSpPr>
          <p:nvPr/>
        </p:nvCxnSpPr>
        <p:spPr>
          <a:xfrm>
            <a:off x="6817566" y="5726440"/>
            <a:ext cx="1899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169">
            <a:extLst>
              <a:ext uri="{FF2B5EF4-FFF2-40B4-BE49-F238E27FC236}">
                <a16:creationId xmlns:a16="http://schemas.microsoft.com/office/drawing/2014/main" id="{E7836096-F397-6327-8CAE-34F91D42A23C}"/>
              </a:ext>
            </a:extLst>
          </p:cNvPr>
          <p:cNvCxnSpPr>
            <a:cxnSpLocks/>
          </p:cNvCxnSpPr>
          <p:nvPr/>
        </p:nvCxnSpPr>
        <p:spPr>
          <a:xfrm>
            <a:off x="8422846" y="5587772"/>
            <a:ext cx="0" cy="311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4DB9B3F8-C79B-CF61-D7D2-55C5A4ECF000}"/>
              </a:ext>
            </a:extLst>
          </p:cNvPr>
          <p:cNvCxnSpPr>
            <a:cxnSpLocks/>
          </p:cNvCxnSpPr>
          <p:nvPr/>
        </p:nvCxnSpPr>
        <p:spPr>
          <a:xfrm>
            <a:off x="6817566" y="6337592"/>
            <a:ext cx="1899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コネクタ 174">
            <a:extLst>
              <a:ext uri="{FF2B5EF4-FFF2-40B4-BE49-F238E27FC236}">
                <a16:creationId xmlns:a16="http://schemas.microsoft.com/office/drawing/2014/main" id="{C5001C5C-33C0-B773-EFF7-ABB2FEE47D21}"/>
              </a:ext>
            </a:extLst>
          </p:cNvPr>
          <p:cNvCxnSpPr/>
          <p:nvPr/>
        </p:nvCxnSpPr>
        <p:spPr>
          <a:xfrm flipV="1">
            <a:off x="8422846" y="6232182"/>
            <a:ext cx="294640" cy="105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FBF96149-3842-377D-2659-4890306749B4}"/>
              </a:ext>
            </a:extLst>
          </p:cNvPr>
          <p:cNvCxnSpPr/>
          <p:nvPr/>
        </p:nvCxnSpPr>
        <p:spPr>
          <a:xfrm>
            <a:off x="8422846" y="6337592"/>
            <a:ext cx="294640" cy="9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テキスト ボックス 177">
            <a:extLst>
              <a:ext uri="{FF2B5EF4-FFF2-40B4-BE49-F238E27FC236}">
                <a16:creationId xmlns:a16="http://schemas.microsoft.com/office/drawing/2014/main" id="{C062EBEA-251F-898C-8D9C-83501EF38181}"/>
              </a:ext>
            </a:extLst>
          </p:cNvPr>
          <p:cNvSpPr txBox="1"/>
          <p:nvPr/>
        </p:nvSpPr>
        <p:spPr>
          <a:xfrm>
            <a:off x="8893266" y="5558800"/>
            <a:ext cx="599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  <a:endParaRPr kumimoji="1" lang="en-US" altLang="ja-JP" dirty="0"/>
          </a:p>
        </p:txBody>
      </p:sp>
      <p:sp>
        <p:nvSpPr>
          <p:cNvPr id="179" name="テキスト ボックス 178">
            <a:extLst>
              <a:ext uri="{FF2B5EF4-FFF2-40B4-BE49-F238E27FC236}">
                <a16:creationId xmlns:a16="http://schemas.microsoft.com/office/drawing/2014/main" id="{0A7015CF-CB7B-5725-9182-1B39504B6340}"/>
              </a:ext>
            </a:extLst>
          </p:cNvPr>
          <p:cNvSpPr txBox="1"/>
          <p:nvPr/>
        </p:nvSpPr>
        <p:spPr>
          <a:xfrm>
            <a:off x="8893267" y="6147532"/>
            <a:ext cx="599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多</a:t>
            </a:r>
            <a:endParaRPr kumimoji="1"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1B778A-430A-B252-DDA4-F424BD260388}"/>
              </a:ext>
            </a:extLst>
          </p:cNvPr>
          <p:cNvSpPr/>
          <p:nvPr/>
        </p:nvSpPr>
        <p:spPr>
          <a:xfrm>
            <a:off x="494949" y="3630979"/>
            <a:ext cx="1750142" cy="10657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ユーザー</a:t>
            </a:r>
            <a:r>
              <a:rPr lang="en-US" altLang="ja-JP" sz="1000" dirty="0"/>
              <a:t>ID(PK,FK)</a:t>
            </a:r>
          </a:p>
          <a:p>
            <a:r>
              <a:rPr lang="ja-JP" altLang="en-US" sz="1000" dirty="0"/>
              <a:t>所属</a:t>
            </a:r>
            <a:r>
              <a:rPr lang="en-US" altLang="ja-JP" sz="1000" dirty="0"/>
              <a:t>ID(PK,FK)</a:t>
            </a:r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lang="ja-JP" altLang="en-US" sz="1000" dirty="0"/>
              <a:t>データ更新日時</a:t>
            </a:r>
            <a:endParaRPr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lang="ja-JP" altLang="en-US" sz="1000" dirty="0"/>
              <a:t>バージョン</a:t>
            </a:r>
            <a:endParaRPr lang="en-US" altLang="ja-JP" sz="100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432BC6-4772-AA7A-03CD-71DFD8355E31}"/>
              </a:ext>
            </a:extLst>
          </p:cNvPr>
          <p:cNvSpPr/>
          <p:nvPr/>
        </p:nvSpPr>
        <p:spPr>
          <a:xfrm>
            <a:off x="494949" y="3237688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所属管理マスタ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59E0016-66CC-13CE-FBF9-D56AEE47B2CB}"/>
              </a:ext>
            </a:extLst>
          </p:cNvPr>
          <p:cNvCxnSpPr>
            <a:cxnSpLocks/>
          </p:cNvCxnSpPr>
          <p:nvPr/>
        </p:nvCxnSpPr>
        <p:spPr>
          <a:xfrm flipH="1">
            <a:off x="2890299" y="2958588"/>
            <a:ext cx="664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DFA23C1-0A67-D6B9-2610-73B08B3A3EB7}"/>
              </a:ext>
            </a:extLst>
          </p:cNvPr>
          <p:cNvCxnSpPr>
            <a:cxnSpLocks/>
          </p:cNvCxnSpPr>
          <p:nvPr/>
        </p:nvCxnSpPr>
        <p:spPr>
          <a:xfrm>
            <a:off x="2882679" y="2958588"/>
            <a:ext cx="0" cy="5146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FC309F7C-F267-25C4-AF17-3F2D13CD37D1}"/>
              </a:ext>
            </a:extLst>
          </p:cNvPr>
          <p:cNvCxnSpPr>
            <a:cxnSpLocks/>
          </p:cNvCxnSpPr>
          <p:nvPr/>
        </p:nvCxnSpPr>
        <p:spPr>
          <a:xfrm>
            <a:off x="2890299" y="3848725"/>
            <a:ext cx="0" cy="1740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9B4BEB30-DEFC-113F-3DE1-EB5AAB6B896A}"/>
              </a:ext>
            </a:extLst>
          </p:cNvPr>
          <p:cNvCxnSpPr>
            <a:cxnSpLocks/>
          </p:cNvCxnSpPr>
          <p:nvPr/>
        </p:nvCxnSpPr>
        <p:spPr>
          <a:xfrm>
            <a:off x="2251694" y="5589671"/>
            <a:ext cx="6386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F910930-A499-2875-FAF8-114800168B1F}"/>
              </a:ext>
            </a:extLst>
          </p:cNvPr>
          <p:cNvSpPr txBox="1"/>
          <p:nvPr/>
        </p:nvSpPr>
        <p:spPr>
          <a:xfrm>
            <a:off x="494949" y="184190"/>
            <a:ext cx="1411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t_file</a:t>
            </a:r>
            <a:endParaRPr kumimoji="1" lang="ja-JP" altLang="en-US" sz="16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3408EAF-F76B-5A2C-041F-48D1A3829AE8}"/>
              </a:ext>
            </a:extLst>
          </p:cNvPr>
          <p:cNvSpPr txBox="1"/>
          <p:nvPr/>
        </p:nvSpPr>
        <p:spPr>
          <a:xfrm>
            <a:off x="3555731" y="184190"/>
            <a:ext cx="1411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t_join_user</a:t>
            </a:r>
            <a:endParaRPr kumimoji="1" lang="ja-JP" altLang="en-US" sz="16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5B3BBF2-C842-46FC-F184-01C1CD736AB1}"/>
              </a:ext>
            </a:extLst>
          </p:cNvPr>
          <p:cNvSpPr txBox="1"/>
          <p:nvPr/>
        </p:nvSpPr>
        <p:spPr>
          <a:xfrm>
            <a:off x="6719020" y="184190"/>
            <a:ext cx="1411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m_post</a:t>
            </a:r>
            <a:endParaRPr kumimoji="1" lang="ja-JP" altLang="en-US" sz="16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D5AC14F-1ED4-951B-A996-2E05E910FF29}"/>
              </a:ext>
            </a:extLst>
          </p:cNvPr>
          <p:cNvSpPr txBox="1"/>
          <p:nvPr/>
        </p:nvSpPr>
        <p:spPr>
          <a:xfrm>
            <a:off x="9584591" y="184190"/>
            <a:ext cx="1750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t_log</a:t>
            </a:r>
            <a:endParaRPr kumimoji="1" lang="ja-JP" altLang="en-US" sz="16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753925F1-B36C-1BAC-4BA5-5AE4832715E7}"/>
              </a:ext>
            </a:extLst>
          </p:cNvPr>
          <p:cNvSpPr txBox="1"/>
          <p:nvPr/>
        </p:nvSpPr>
        <p:spPr>
          <a:xfrm>
            <a:off x="494949" y="2908051"/>
            <a:ext cx="1602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m_user_team</a:t>
            </a:r>
            <a:endParaRPr lang="en-US" altLang="ja-JP" sz="16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7FF88FE5-7B80-8153-62DD-838A668E5174}"/>
              </a:ext>
            </a:extLst>
          </p:cNvPr>
          <p:cNvSpPr txBox="1"/>
          <p:nvPr/>
        </p:nvSpPr>
        <p:spPr>
          <a:xfrm>
            <a:off x="494949" y="4742542"/>
            <a:ext cx="1411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m</a:t>
            </a:r>
            <a:r>
              <a:rPr lang="en-US" altLang="ja-JP" sz="1600" dirty="0" err="1"/>
              <a:t>_team</a:t>
            </a:r>
            <a:endParaRPr kumimoji="1" lang="ja-JP" altLang="en-US" sz="16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6811B06-6A0C-D362-0A81-4BDA39EDBEB1}"/>
              </a:ext>
            </a:extLst>
          </p:cNvPr>
          <p:cNvSpPr txBox="1"/>
          <p:nvPr/>
        </p:nvSpPr>
        <p:spPr>
          <a:xfrm>
            <a:off x="3555731" y="2091697"/>
            <a:ext cx="1411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m_user</a:t>
            </a:r>
            <a:endParaRPr kumimoji="1" lang="ja-JP" altLang="en-US" sz="16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2721421F-449D-7657-5D6B-B7B80289C7A6}"/>
              </a:ext>
            </a:extLst>
          </p:cNvPr>
          <p:cNvSpPr txBox="1"/>
          <p:nvPr/>
        </p:nvSpPr>
        <p:spPr>
          <a:xfrm>
            <a:off x="9584591" y="2696760"/>
            <a:ext cx="1750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/>
              <a:t>t_exclusive_control</a:t>
            </a:r>
            <a:endParaRPr kumimoji="1" lang="ja-JP" altLang="en-US" sz="1400" dirty="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DFB8B0E6-80A6-EDB8-0B31-44A33287E377}"/>
              </a:ext>
            </a:extLst>
          </p:cNvPr>
          <p:cNvCxnSpPr>
            <a:cxnSpLocks/>
          </p:cNvCxnSpPr>
          <p:nvPr/>
        </p:nvCxnSpPr>
        <p:spPr>
          <a:xfrm>
            <a:off x="2251694" y="1198279"/>
            <a:ext cx="1317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C090B0C8-17C0-7CF5-4882-15FEF83070C6}"/>
              </a:ext>
            </a:extLst>
          </p:cNvPr>
          <p:cNvCxnSpPr>
            <a:cxnSpLocks/>
          </p:cNvCxnSpPr>
          <p:nvPr/>
        </p:nvCxnSpPr>
        <p:spPr>
          <a:xfrm>
            <a:off x="2251694" y="1038873"/>
            <a:ext cx="1317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A87FA428-C085-EA50-F038-2A41BAB73D96}"/>
              </a:ext>
            </a:extLst>
          </p:cNvPr>
          <p:cNvCxnSpPr>
            <a:cxnSpLocks/>
          </p:cNvCxnSpPr>
          <p:nvPr/>
        </p:nvCxnSpPr>
        <p:spPr>
          <a:xfrm flipH="1">
            <a:off x="2243311" y="3848725"/>
            <a:ext cx="646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EEAC41CC-54BC-662B-98F3-57830A4E0650}"/>
              </a:ext>
            </a:extLst>
          </p:cNvPr>
          <p:cNvCxnSpPr>
            <a:cxnSpLocks/>
          </p:cNvCxnSpPr>
          <p:nvPr/>
        </p:nvCxnSpPr>
        <p:spPr>
          <a:xfrm flipH="1">
            <a:off x="2248787" y="3473267"/>
            <a:ext cx="6362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0AB69337-A4E5-1226-D3AD-C4C411573715}"/>
              </a:ext>
            </a:extLst>
          </p:cNvPr>
          <p:cNvGrpSpPr/>
          <p:nvPr/>
        </p:nvGrpSpPr>
        <p:grpSpPr>
          <a:xfrm>
            <a:off x="2241755" y="3405248"/>
            <a:ext cx="115729" cy="135031"/>
            <a:chOff x="2247733" y="3647851"/>
            <a:chExt cx="115729" cy="135031"/>
          </a:xfrm>
        </p:grpSpPr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FB5FA249-B3F3-601E-6B0D-72CB486A3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39C0C28B-2DBC-02BF-5E1D-0F8C43496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8EBC5273-8D95-5E2C-56B1-D05A1BEB8D92}"/>
              </a:ext>
            </a:extLst>
          </p:cNvPr>
          <p:cNvGrpSpPr/>
          <p:nvPr/>
        </p:nvGrpSpPr>
        <p:grpSpPr>
          <a:xfrm>
            <a:off x="2241755" y="3780633"/>
            <a:ext cx="115729" cy="135031"/>
            <a:chOff x="2247733" y="3647851"/>
            <a:chExt cx="115729" cy="135031"/>
          </a:xfrm>
        </p:grpSpPr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709EE9F8-7281-0D15-9BE2-BC9B85C9F7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0865D75C-F768-EFE8-F856-E09934104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EA333B35-5C6D-0C92-0198-E9E4F6153B47}"/>
              </a:ext>
            </a:extLst>
          </p:cNvPr>
          <p:cNvGrpSpPr/>
          <p:nvPr/>
        </p:nvGrpSpPr>
        <p:grpSpPr>
          <a:xfrm flipH="1">
            <a:off x="3446243" y="971061"/>
            <a:ext cx="115729" cy="135031"/>
            <a:chOff x="2247733" y="3647851"/>
            <a:chExt cx="115729" cy="135031"/>
          </a:xfrm>
        </p:grpSpPr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E4300DD5-3A60-F715-DD76-7F9097EEED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27C40FE6-695F-B5AA-C028-B55EE7594C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48EAEF0C-39DD-3663-674A-6C09017DE149}"/>
              </a:ext>
            </a:extLst>
          </p:cNvPr>
          <p:cNvGrpSpPr/>
          <p:nvPr/>
        </p:nvGrpSpPr>
        <p:grpSpPr>
          <a:xfrm>
            <a:off x="5305445" y="3038853"/>
            <a:ext cx="115729" cy="135031"/>
            <a:chOff x="2247733" y="3647851"/>
            <a:chExt cx="115729" cy="135031"/>
          </a:xfrm>
        </p:grpSpPr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7484EE3F-34C5-4C9F-C07F-AC88497F01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4AB24636-EEA0-4179-10B8-8C937E32E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06A67460-505F-391E-B525-D59C90A447B2}"/>
              </a:ext>
            </a:extLst>
          </p:cNvPr>
          <p:cNvGrpSpPr/>
          <p:nvPr/>
        </p:nvGrpSpPr>
        <p:grpSpPr>
          <a:xfrm>
            <a:off x="5305445" y="1258603"/>
            <a:ext cx="115729" cy="135031"/>
            <a:chOff x="2247733" y="3647851"/>
            <a:chExt cx="115729" cy="135031"/>
          </a:xfrm>
        </p:grpSpPr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EC9B88B1-420D-CFA2-B47E-4C4E77945D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6A2EC47F-277D-D3DC-74D6-5B6C7BD25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677D3E32-0801-F396-D424-17E6B010022F}"/>
              </a:ext>
            </a:extLst>
          </p:cNvPr>
          <p:cNvGrpSpPr/>
          <p:nvPr/>
        </p:nvGrpSpPr>
        <p:grpSpPr>
          <a:xfrm>
            <a:off x="2241755" y="5524690"/>
            <a:ext cx="115729" cy="135031"/>
            <a:chOff x="2247733" y="3647851"/>
            <a:chExt cx="115729" cy="135031"/>
          </a:xfrm>
        </p:grpSpPr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B908E763-057E-19A3-B6CA-3F3C6B10B0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F30D63B6-CDCF-CD34-6643-344ACD05B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555995FE-2C34-827E-F2DB-2A7F8EAE6C6F}"/>
              </a:ext>
            </a:extLst>
          </p:cNvPr>
          <p:cNvGrpSpPr/>
          <p:nvPr/>
        </p:nvGrpSpPr>
        <p:grpSpPr>
          <a:xfrm>
            <a:off x="5305445" y="2858692"/>
            <a:ext cx="115729" cy="135031"/>
            <a:chOff x="2247733" y="3647851"/>
            <a:chExt cx="115729" cy="135031"/>
          </a:xfrm>
        </p:grpSpPr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C8534148-5EF8-5B28-296A-6AC40ABD1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DEE84892-DA7F-E667-CA1D-A4C4C9ECB9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168705D6-56D5-62FA-7AEA-9B9114E8451A}"/>
              </a:ext>
            </a:extLst>
          </p:cNvPr>
          <p:cNvGrpSpPr/>
          <p:nvPr/>
        </p:nvGrpSpPr>
        <p:grpSpPr>
          <a:xfrm flipH="1">
            <a:off x="3446243" y="2888509"/>
            <a:ext cx="115729" cy="135031"/>
            <a:chOff x="2247733" y="3647851"/>
            <a:chExt cx="115729" cy="135031"/>
          </a:xfrm>
        </p:grpSpPr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5087825-ED28-046B-47D5-86EBF35B8C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F6D4C349-7E70-622E-C864-499FA2E26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BDEF76E2-ACA3-15AD-91FC-06E0FC039277}"/>
              </a:ext>
            </a:extLst>
          </p:cNvPr>
          <p:cNvGrpSpPr/>
          <p:nvPr/>
        </p:nvGrpSpPr>
        <p:grpSpPr>
          <a:xfrm>
            <a:off x="2241755" y="972156"/>
            <a:ext cx="115729" cy="135031"/>
            <a:chOff x="2247733" y="3647851"/>
            <a:chExt cx="115729" cy="135031"/>
          </a:xfrm>
        </p:grpSpPr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76FC1F8F-BD93-C22F-E864-076F463D8A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94CF9F86-B1A1-84D2-B6F1-141CABFB3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B0FD551C-E761-BE25-BF56-2AE13C1A477C}"/>
              </a:ext>
            </a:extLst>
          </p:cNvPr>
          <p:cNvCxnSpPr>
            <a:cxnSpLocks/>
          </p:cNvCxnSpPr>
          <p:nvPr/>
        </p:nvCxnSpPr>
        <p:spPr>
          <a:xfrm>
            <a:off x="2331688" y="1097520"/>
            <a:ext cx="0" cy="18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56E8A15F-B7F3-E5BD-12F4-247F255C98C8}"/>
              </a:ext>
            </a:extLst>
          </p:cNvPr>
          <p:cNvGrpSpPr/>
          <p:nvPr/>
        </p:nvGrpSpPr>
        <p:grpSpPr>
          <a:xfrm flipH="1">
            <a:off x="3440277" y="1123572"/>
            <a:ext cx="115729" cy="135031"/>
            <a:chOff x="2247733" y="3647851"/>
            <a:chExt cx="115729" cy="135031"/>
          </a:xfrm>
        </p:grpSpPr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F9B8C1BF-ED5A-B79F-7758-739AD6ACD4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8785" y="3647851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2AE8DEB1-BECB-5313-C8FD-99F3B75DA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733" y="3714865"/>
              <a:ext cx="114677" cy="680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B4C4E4-F1FF-73A0-135F-5829BC8AD9F9}"/>
              </a:ext>
            </a:extLst>
          </p:cNvPr>
          <p:cNvSpPr/>
          <p:nvPr/>
        </p:nvSpPr>
        <p:spPr>
          <a:xfrm>
            <a:off x="3561972" y="5478808"/>
            <a:ext cx="1750142" cy="10112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/>
              <a:t>ユーザー</a:t>
            </a:r>
            <a:r>
              <a:rPr lang="en-US" altLang="ja-JP" sz="1000" dirty="0"/>
              <a:t>ID(FK) </a:t>
            </a:r>
          </a:p>
          <a:p>
            <a:r>
              <a:rPr lang="ja-JP" altLang="en-US" sz="1000" dirty="0"/>
              <a:t>データ登録日時</a:t>
            </a:r>
            <a:endParaRPr lang="en-US" altLang="ja-JP" sz="1000" dirty="0"/>
          </a:p>
          <a:p>
            <a:r>
              <a:rPr kumimoji="1" lang="ja-JP" altLang="en-US" sz="1000" dirty="0"/>
              <a:t>データ更新日時</a:t>
            </a:r>
            <a:endParaRPr kumimoji="1" lang="en-US" altLang="ja-JP" sz="1000" dirty="0"/>
          </a:p>
          <a:p>
            <a:r>
              <a:rPr lang="ja-JP" altLang="en-US" sz="1000" dirty="0"/>
              <a:t>更新者ユーザー</a:t>
            </a:r>
            <a:r>
              <a:rPr lang="en-US" altLang="ja-JP" sz="1000" dirty="0"/>
              <a:t>ID</a:t>
            </a:r>
          </a:p>
          <a:p>
            <a:r>
              <a:rPr kumimoji="1" lang="ja-JP" altLang="en-US" sz="1000" dirty="0"/>
              <a:t>バージョン</a:t>
            </a:r>
            <a:endParaRPr kumimoji="1" lang="en-US" altLang="ja-JP" sz="10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B4A19E-81B7-58A4-3E28-E8DC6FFEF604}"/>
              </a:ext>
            </a:extLst>
          </p:cNvPr>
          <p:cNvSpPr/>
          <p:nvPr/>
        </p:nvSpPr>
        <p:spPr>
          <a:xfrm>
            <a:off x="3561972" y="5085516"/>
            <a:ext cx="1750142" cy="39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外部ユーザーマスタ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5D027D6-2D9E-FA63-C863-E3FC839C3D0C}"/>
              </a:ext>
            </a:extLst>
          </p:cNvPr>
          <p:cNvSpPr txBox="1"/>
          <p:nvPr/>
        </p:nvSpPr>
        <p:spPr>
          <a:xfrm>
            <a:off x="3554862" y="4742542"/>
            <a:ext cx="1750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err="1"/>
              <a:t>m_external_user</a:t>
            </a:r>
            <a:endParaRPr kumimoji="1" lang="ja-JP" altLang="en-US" sz="1600" dirty="0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0ABFF1F4-BB5E-F1F7-A069-8D0DAA87EEC7}"/>
              </a:ext>
            </a:extLst>
          </p:cNvPr>
          <p:cNvCxnSpPr>
            <a:cxnSpLocks/>
          </p:cNvCxnSpPr>
          <p:nvPr/>
        </p:nvCxnSpPr>
        <p:spPr>
          <a:xfrm>
            <a:off x="5318954" y="5573637"/>
            <a:ext cx="307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ECC67AB-7DC6-BCCE-40FE-F7EF66B27691}"/>
              </a:ext>
            </a:extLst>
          </p:cNvPr>
          <p:cNvCxnSpPr>
            <a:cxnSpLocks/>
          </p:cNvCxnSpPr>
          <p:nvPr/>
        </p:nvCxnSpPr>
        <p:spPr>
          <a:xfrm>
            <a:off x="5619646" y="4135838"/>
            <a:ext cx="7110" cy="1437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4193396-CC20-922A-D8E0-950AF27B3DF9}"/>
              </a:ext>
            </a:extLst>
          </p:cNvPr>
          <p:cNvCxnSpPr>
            <a:cxnSpLocks/>
          </p:cNvCxnSpPr>
          <p:nvPr/>
        </p:nvCxnSpPr>
        <p:spPr>
          <a:xfrm>
            <a:off x="5311844" y="4135838"/>
            <a:ext cx="3078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71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264</Words>
  <Application>Microsoft Office PowerPoint</Application>
  <PresentationFormat>ワイド画面</PresentationFormat>
  <Paragraphs>93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月愛 大塚</dc:creator>
  <cp:lastModifiedBy>藤原 裕己</cp:lastModifiedBy>
  <cp:revision>54</cp:revision>
  <dcterms:created xsi:type="dcterms:W3CDTF">2024-11-19T02:23:10Z</dcterms:created>
  <dcterms:modified xsi:type="dcterms:W3CDTF">2026-03-06T05:16:12Z</dcterms:modified>
</cp:coreProperties>
</file>