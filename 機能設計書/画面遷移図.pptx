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4"/>
  </p:notesMasterIdLst>
  <p:sldIdLst>
    <p:sldId id="257" r:id="rId2"/>
    <p:sldId id="258" r:id="rId3"/>
  </p:sldIdLst>
  <p:sldSz cx="23399750" cy="22896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4BF"/>
    <a:srgbClr val="E6E6E6"/>
    <a:srgbClr val="A8C6A2"/>
    <a:srgbClr val="FE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6F05E-EBDE-4E4A-9086-57D5A5BD7A5D}" v="38" dt="2024-12-13T04:44:41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2" autoAdjust="0"/>
  </p:normalViewPr>
  <p:slideViewPr>
    <p:cSldViewPr snapToGrid="0">
      <p:cViewPr>
        <p:scale>
          <a:sx n="25" d="100"/>
          <a:sy n="25" d="100"/>
        </p:scale>
        <p:origin x="298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優海 安藤" userId="a883f5c9748c9314" providerId="LiveId" clId="{63D6F05E-EBDE-4E4A-9086-57D5A5BD7A5D}"/>
    <pc:docChg chg="undo custSel addSld delSld modSld modMainMaster modNotesMaster">
      <pc:chgData name="優海 安藤" userId="a883f5c9748c9314" providerId="LiveId" clId="{63D6F05E-EBDE-4E4A-9086-57D5A5BD7A5D}" dt="2024-12-13T04:45:52.070" v="1299" actId="13822"/>
      <pc:docMkLst>
        <pc:docMk/>
      </pc:docMkLst>
      <pc:sldChg chg="addSp delSp modSp mod modNotes">
        <pc:chgData name="優海 安藤" userId="a883f5c9748c9314" providerId="LiveId" clId="{63D6F05E-EBDE-4E4A-9086-57D5A5BD7A5D}" dt="2024-12-13T04:45:52.070" v="1299" actId="13822"/>
        <pc:sldMkLst>
          <pc:docMk/>
          <pc:sldMk cId="355014601" sldId="257"/>
        </pc:sldMkLst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" creationId="{65D14BF1-1D78-3CC0-EF96-78BF944A3153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3" creationId="{9D2D4962-ACDC-E5AE-4B45-352A44B65D15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4" creationId="{21AE8B94-4BBD-6A03-9CD3-BDD7FEE6E16C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8" creationId="{87E24CC0-8EAC-8FB7-90F3-BC77642D3E1E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9" creationId="{58D81C8F-BE9A-8358-D80B-18F811F6B642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10" creationId="{3446B41A-814C-5161-314D-84CC8C2021B6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12" creationId="{23E91225-19F8-9F2F-6428-0F9638D988C5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15" creationId="{8B8905EC-32DE-BE09-02AF-C0853765782A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17" creationId="{31D1F09A-3154-A36A-B331-2B4BF67B05AF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0" creationId="{D3A5A50D-8990-45D3-9701-CC105E02E732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1" creationId="{CD4DDB77-C11F-DEB3-4C4D-C55FD0C677EF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2" creationId="{E95A4755-019B-C8A8-DBCA-794A962221B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3" creationId="{10B0F274-6F79-8FC9-5E6D-74C6CF395780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4" creationId="{9DD717B8-E314-8141-FD6F-0012E746157D}"/>
          </ac:spMkLst>
        </pc:spChg>
        <pc:spChg chg="del mod">
          <ac:chgData name="優海 安藤" userId="a883f5c9748c9314" providerId="LiveId" clId="{63D6F05E-EBDE-4E4A-9086-57D5A5BD7A5D}" dt="2024-12-13T04:20:29.034" v="1203" actId="478"/>
          <ac:spMkLst>
            <pc:docMk/>
            <pc:sldMk cId="355014601" sldId="257"/>
            <ac:spMk id="25" creationId="{7A454AD8-5C87-58D9-75C9-4F0F8554ECB2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7" creationId="{155DFED9-0213-1F27-8FA9-3E571BDC8534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28" creationId="{B2F65D94-117E-4A52-E7E6-A5DB723B078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31" creationId="{747CF2A5-DAD7-8F96-7747-A3C48FD547D8}"/>
          </ac:spMkLst>
        </pc:spChg>
        <pc:spChg chg="del">
          <ac:chgData name="優海 安藤" userId="a883f5c9748c9314" providerId="LiveId" clId="{63D6F05E-EBDE-4E4A-9086-57D5A5BD7A5D}" dt="2024-12-13T04:06:25.826" v="1111" actId="478"/>
          <ac:spMkLst>
            <pc:docMk/>
            <pc:sldMk cId="355014601" sldId="257"/>
            <ac:spMk id="32" creationId="{8E22A527-F5F3-6C6A-00A2-F52DB7014062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34" creationId="{82F1ACC6-080B-0788-2121-28CCE92B3261}"/>
          </ac:spMkLst>
        </pc:spChg>
        <pc:spChg chg="del mod">
          <ac:chgData name="優海 安藤" userId="a883f5c9748c9314" providerId="LiveId" clId="{63D6F05E-EBDE-4E4A-9086-57D5A5BD7A5D}" dt="2024-12-13T04:08:55.500" v="1157" actId="478"/>
          <ac:spMkLst>
            <pc:docMk/>
            <pc:sldMk cId="355014601" sldId="257"/>
            <ac:spMk id="35" creationId="{0AC5492E-CC54-E8D0-B68E-BEF60A75B97D}"/>
          </ac:spMkLst>
        </pc:spChg>
        <pc:spChg chg="del mod">
          <ac:chgData name="優海 安藤" userId="a883f5c9748c9314" providerId="LiveId" clId="{63D6F05E-EBDE-4E4A-9086-57D5A5BD7A5D}" dt="2024-12-13T04:08:58.968" v="1160" actId="478"/>
          <ac:spMkLst>
            <pc:docMk/>
            <pc:sldMk cId="355014601" sldId="257"/>
            <ac:spMk id="36" creationId="{57929A02-D0A7-1B7A-CC36-6DD379DBCB6D}"/>
          </ac:spMkLst>
        </pc:spChg>
        <pc:spChg chg="del mod">
          <ac:chgData name="優海 安藤" userId="a883f5c9748c9314" providerId="LiveId" clId="{63D6F05E-EBDE-4E4A-9086-57D5A5BD7A5D}" dt="2024-12-13T04:09:03.224" v="1163" actId="478"/>
          <ac:spMkLst>
            <pc:docMk/>
            <pc:sldMk cId="355014601" sldId="257"/>
            <ac:spMk id="37" creationId="{843A5CA9-6BAF-D723-2E04-3119151F3218}"/>
          </ac:spMkLst>
        </pc:spChg>
        <pc:spChg chg="del mod">
          <ac:chgData name="優海 安藤" userId="a883f5c9748c9314" providerId="LiveId" clId="{63D6F05E-EBDE-4E4A-9086-57D5A5BD7A5D}" dt="2024-12-13T04:09:03.224" v="1163" actId="478"/>
          <ac:spMkLst>
            <pc:docMk/>
            <pc:sldMk cId="355014601" sldId="257"/>
            <ac:spMk id="40" creationId="{6583FB30-8559-6CE8-E733-705B4D19A3B4}"/>
          </ac:spMkLst>
        </pc:spChg>
        <pc:spChg chg="del">
          <ac:chgData name="優海 安藤" userId="a883f5c9748c9314" providerId="LiveId" clId="{63D6F05E-EBDE-4E4A-9086-57D5A5BD7A5D}" dt="2024-12-13T04:06:21.328" v="1109" actId="478"/>
          <ac:spMkLst>
            <pc:docMk/>
            <pc:sldMk cId="355014601" sldId="257"/>
            <ac:spMk id="44" creationId="{4563C850-3BF8-CC39-D15E-4C77CE1019AC}"/>
          </ac:spMkLst>
        </pc:spChg>
        <pc:spChg chg="del">
          <ac:chgData name="優海 安藤" userId="a883f5c9748c9314" providerId="LiveId" clId="{63D6F05E-EBDE-4E4A-9086-57D5A5BD7A5D}" dt="2024-12-13T04:07:02.647" v="1117" actId="478"/>
          <ac:spMkLst>
            <pc:docMk/>
            <pc:sldMk cId="355014601" sldId="257"/>
            <ac:spMk id="46" creationId="{E949C867-C71F-8EFA-1F2A-3FDEF0294F89}"/>
          </ac:spMkLst>
        </pc:spChg>
        <pc:spChg chg="del mod">
          <ac:chgData name="優海 安藤" userId="a883f5c9748c9314" providerId="LiveId" clId="{63D6F05E-EBDE-4E4A-9086-57D5A5BD7A5D}" dt="2024-12-13T04:09:03.224" v="1163" actId="478"/>
          <ac:spMkLst>
            <pc:docMk/>
            <pc:sldMk cId="355014601" sldId="257"/>
            <ac:spMk id="48" creationId="{D8BCF21B-5385-5145-294B-30C1F1A1FDD6}"/>
          </ac:spMkLst>
        </pc:spChg>
        <pc:spChg chg="del mod">
          <ac:chgData name="優海 安藤" userId="a883f5c9748c9314" providerId="LiveId" clId="{63D6F05E-EBDE-4E4A-9086-57D5A5BD7A5D}" dt="2024-12-13T04:08:59.844" v="1161" actId="478"/>
          <ac:spMkLst>
            <pc:docMk/>
            <pc:sldMk cId="355014601" sldId="257"/>
            <ac:spMk id="49" creationId="{B08CB559-3DC4-B5E0-AAD1-377899BDB0C9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52" creationId="{6BC7771E-AAE5-9ADF-39EE-C209CDA9E763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58" creationId="{2E7DDA4E-68B0-9222-A077-0EA0D2D159D3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59" creationId="{0C1A8E50-CE84-095C-FC49-6BCB4E08FEA8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61" creationId="{57946E52-2B91-18EB-3A7E-51ED17639ED2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62" creationId="{4DD600C4-3383-0BA0-AC86-E575B2074F7A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63" creationId="{E23E2C32-E10B-20CB-C2A9-106775A1521F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64" creationId="{6E649722-72BD-F6BD-71C6-25D6E47DDE42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65" creationId="{6D896009-F1E4-477E-5508-3ABD6670E90C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68" creationId="{8FAA73BE-1812-F9F2-5F90-7C67941607C5}"/>
          </ac:spMkLst>
        </pc:spChg>
        <pc:spChg chg="add del mod">
          <ac:chgData name="優海 安藤" userId="a883f5c9748c9314" providerId="LiveId" clId="{63D6F05E-EBDE-4E4A-9086-57D5A5BD7A5D}" dt="2024-12-13T04:16:17.959" v="1172" actId="478"/>
          <ac:spMkLst>
            <pc:docMk/>
            <pc:sldMk cId="355014601" sldId="257"/>
            <ac:spMk id="70" creationId="{8CEABB0B-95F9-8123-570D-F95F8AC35C7C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72" creationId="{5E271C3A-5F23-2D2D-16F2-B4240E91540D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73" creationId="{22A3B9FB-1E2D-0EDF-F274-2AAC6D2C76F9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75" creationId="{0C5A7D0F-4CC0-FC1D-C612-E8185972756E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77" creationId="{8791BAC3-8C15-77B4-2165-DF0389DDC2B2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355014601" sldId="257"/>
            <ac:spMk id="91" creationId="{87D0073D-69A9-593F-C732-B33851EFBC11}"/>
          </ac:spMkLst>
        </pc:spChg>
        <pc:spChg chg="add mod">
          <ac:chgData name="優海 安藤" userId="a883f5c9748c9314" providerId="LiveId" clId="{63D6F05E-EBDE-4E4A-9086-57D5A5BD7A5D}" dt="2024-12-13T04:44:46.593" v="1293" actId="1076"/>
          <ac:spMkLst>
            <pc:docMk/>
            <pc:sldMk cId="355014601" sldId="257"/>
            <ac:spMk id="93" creationId="{51E23440-993C-C8E0-C0DC-9DE4619D4805}"/>
          </ac:spMkLst>
        </pc:sp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5" creationId="{143B4591-B149-4253-1F71-6E02D30625CC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6" creationId="{51B3858C-ECEC-87A0-617E-48C1D384C49B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7" creationId="{0A4A6295-E64E-3FB5-975F-FC6EC2EC2FE6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11" creationId="{75543F32-98FA-0606-DE3F-DF645CCB5834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13" creationId="{C9CDE2D2-C669-8901-C452-5BDC0C580D63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14" creationId="{E3D2D727-63CA-973F-675E-D8FE69E32F0C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16" creationId="{F5698EC6-FEE6-489E-C64A-B2EE31E01F61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18" creationId="{4A1FFB08-B0EA-3E32-E05E-24BB4597A9FD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19" creationId="{ABBC3AD1-A6B1-D637-6A99-EF48BC0BC573}"/>
          </ac:cxnSpMkLst>
        </pc:cxnChg>
        <pc:cxnChg chg="del mod">
          <ac:chgData name="優海 安藤" userId="a883f5c9748c9314" providerId="LiveId" clId="{63D6F05E-EBDE-4E4A-9086-57D5A5BD7A5D}" dt="2024-12-13T04:45:40.046" v="1296" actId="478"/>
          <ac:cxnSpMkLst>
            <pc:docMk/>
            <pc:sldMk cId="355014601" sldId="257"/>
            <ac:cxnSpMk id="26" creationId="{5A88333E-45C8-3B83-6FA9-9BC335879C9B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29" creationId="{6B2193C8-A22C-2D21-3ED3-2213187ADE9D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30" creationId="{1E2FD80F-6461-917C-66BC-1D5F8FD356FA}"/>
          </ac:cxnSpMkLst>
        </pc:cxnChg>
        <pc:cxnChg chg="del mod">
          <ac:chgData name="優海 安藤" userId="a883f5c9748c9314" providerId="LiveId" clId="{63D6F05E-EBDE-4E4A-9086-57D5A5BD7A5D}" dt="2024-12-13T04:06:37.931" v="1114" actId="478"/>
          <ac:cxnSpMkLst>
            <pc:docMk/>
            <pc:sldMk cId="355014601" sldId="257"/>
            <ac:cxnSpMk id="33" creationId="{B93BD532-C714-EC7B-9326-B93425315729}"/>
          </ac:cxnSpMkLst>
        </pc:cxnChg>
        <pc:cxnChg chg="del mod">
          <ac:chgData name="優海 安藤" userId="a883f5c9748c9314" providerId="LiveId" clId="{63D6F05E-EBDE-4E4A-9086-57D5A5BD7A5D}" dt="2024-12-13T04:09:03.224" v="1163" actId="478"/>
          <ac:cxnSpMkLst>
            <pc:docMk/>
            <pc:sldMk cId="355014601" sldId="257"/>
            <ac:cxnSpMk id="38" creationId="{53644E25-5C41-9C4F-443E-363158E6BA2C}"/>
          </ac:cxnSpMkLst>
        </pc:cxnChg>
        <pc:cxnChg chg="del mod">
          <ac:chgData name="優海 安藤" userId="a883f5c9748c9314" providerId="LiveId" clId="{63D6F05E-EBDE-4E4A-9086-57D5A5BD7A5D}" dt="2024-12-13T04:08:57.049" v="1159" actId="478"/>
          <ac:cxnSpMkLst>
            <pc:docMk/>
            <pc:sldMk cId="355014601" sldId="257"/>
            <ac:cxnSpMk id="39" creationId="{562F206E-E1D6-53E6-4D07-80C782E4DD3B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42" creationId="{651F9CCD-3C22-EC29-5CBB-979384BC7B00}"/>
          </ac:cxnSpMkLst>
        </pc:cxnChg>
        <pc:cxnChg chg="del mod">
          <ac:chgData name="優海 安藤" userId="a883f5c9748c9314" providerId="LiveId" clId="{63D6F05E-EBDE-4E4A-9086-57D5A5BD7A5D}" dt="2024-12-13T04:06:35.913" v="1113" actId="478"/>
          <ac:cxnSpMkLst>
            <pc:docMk/>
            <pc:sldMk cId="355014601" sldId="257"/>
            <ac:cxnSpMk id="43" creationId="{4A5D21B7-EA0D-B28D-35C2-C71A672B3C71}"/>
          </ac:cxnSpMkLst>
        </pc:cxnChg>
        <pc:cxnChg chg="del mod">
          <ac:chgData name="優海 安藤" userId="a883f5c9748c9314" providerId="LiveId" clId="{63D6F05E-EBDE-4E4A-9086-57D5A5BD7A5D}" dt="2024-12-13T04:06:23.188" v="1110" actId="478"/>
          <ac:cxnSpMkLst>
            <pc:docMk/>
            <pc:sldMk cId="355014601" sldId="257"/>
            <ac:cxnSpMk id="45" creationId="{DF238F4D-D985-8789-122B-141BC1DCDFEC}"/>
          </ac:cxnSpMkLst>
        </pc:cxnChg>
        <pc:cxnChg chg="del mod">
          <ac:chgData name="優海 安藤" userId="a883f5c9748c9314" providerId="LiveId" clId="{63D6F05E-EBDE-4E4A-9086-57D5A5BD7A5D}" dt="2024-12-13T04:07:03.472" v="1118" actId="478"/>
          <ac:cxnSpMkLst>
            <pc:docMk/>
            <pc:sldMk cId="355014601" sldId="257"/>
            <ac:cxnSpMk id="47" creationId="{EC1EBF69-833B-7AB7-E412-5C9AD5372A1C}"/>
          </ac:cxnSpMkLst>
        </pc:cxnChg>
        <pc:cxnChg chg="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50" creationId="{01AC1CEC-BC50-5A5A-A940-F80FA6FFCD53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53" creationId="{A6E0B901-1131-AE51-827B-92616A24A7F0}"/>
          </ac:cxnSpMkLst>
        </pc:cxnChg>
        <pc:cxnChg chg="add del mod">
          <ac:chgData name="優海 安藤" userId="a883f5c9748c9314" providerId="LiveId" clId="{63D6F05E-EBDE-4E4A-9086-57D5A5BD7A5D}" dt="2024-12-13T04:09:06.732" v="1165" actId="478"/>
          <ac:cxnSpMkLst>
            <pc:docMk/>
            <pc:sldMk cId="355014601" sldId="257"/>
            <ac:cxnSpMk id="54" creationId="{4BB0D766-231D-53D9-A8BF-9E78B537EB8D}"/>
          </ac:cxnSpMkLst>
        </pc:cxnChg>
        <pc:cxnChg chg="add del mod">
          <ac:chgData name="優海 安藤" userId="a883f5c9748c9314" providerId="LiveId" clId="{63D6F05E-EBDE-4E4A-9086-57D5A5BD7A5D}" dt="2024-12-13T04:09:05.974" v="1164" actId="478"/>
          <ac:cxnSpMkLst>
            <pc:docMk/>
            <pc:sldMk cId="355014601" sldId="257"/>
            <ac:cxnSpMk id="55" creationId="{D55FB447-FFA9-5425-8AED-7001C34A02A8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60" creationId="{DE36A04E-17C3-60B0-2CA2-04F8E67EEC80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66" creationId="{21D39889-73FF-5D20-8705-381FD645B2B6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67" creationId="{7E3D02C5-92AF-C665-E283-D2155FB22B34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69" creationId="{8F49CE6F-C9D9-6134-E772-AAB06E4B1F9C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71" creationId="{82F7B50F-B0E5-98DC-AB29-58373262BEC4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74" creationId="{9D597FAF-4516-B5BA-37F5-5610FD8FAC9F}"/>
          </ac:cxnSpMkLst>
        </pc:cxnChg>
        <pc:cxnChg chg="add mod">
          <ac:chgData name="優海 安藤" userId="a883f5c9748c9314" providerId="LiveId" clId="{63D6F05E-EBDE-4E4A-9086-57D5A5BD7A5D}" dt="2024-12-13T04:27:54.253" v="1263"/>
          <ac:cxnSpMkLst>
            <pc:docMk/>
            <pc:sldMk cId="355014601" sldId="257"/>
            <ac:cxnSpMk id="76" creationId="{852F6D8E-40C8-0D98-46BC-97CF92E95960}"/>
          </ac:cxnSpMkLst>
        </pc:cxnChg>
        <pc:cxnChg chg="add mod">
          <ac:chgData name="優海 安藤" userId="a883f5c9748c9314" providerId="LiveId" clId="{63D6F05E-EBDE-4E4A-9086-57D5A5BD7A5D}" dt="2024-12-13T04:45:18.413" v="1295" actId="1036"/>
          <ac:cxnSpMkLst>
            <pc:docMk/>
            <pc:sldMk cId="355014601" sldId="257"/>
            <ac:cxnSpMk id="92" creationId="{494C1BB3-051E-7A1D-14A4-A0BCEDCEA86A}"/>
          </ac:cxnSpMkLst>
        </pc:cxnChg>
        <pc:cxnChg chg="add mod">
          <ac:chgData name="優海 安藤" userId="a883f5c9748c9314" providerId="LiveId" clId="{63D6F05E-EBDE-4E4A-9086-57D5A5BD7A5D}" dt="2024-12-13T04:45:52.070" v="1299" actId="13822"/>
          <ac:cxnSpMkLst>
            <pc:docMk/>
            <pc:sldMk cId="355014601" sldId="257"/>
            <ac:cxnSpMk id="95" creationId="{0010AEE0-D89E-8E1D-397C-C239A24FFA6F}"/>
          </ac:cxnSpMkLst>
        </pc:cxnChg>
      </pc:sldChg>
      <pc:sldChg chg="addSp delSp modSp mod modNotes">
        <pc:chgData name="優海 安藤" userId="a883f5c9748c9314" providerId="LiveId" clId="{63D6F05E-EBDE-4E4A-9086-57D5A5BD7A5D}" dt="2024-12-13T04:44:22.551" v="1289" actId="20577"/>
        <pc:sldMkLst>
          <pc:docMk/>
          <pc:sldMk cId="4255354912" sldId="258"/>
        </pc:sldMkLst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" creationId="{E679A0D5-3CFA-FBC2-2D31-A8A119F6EA34}"/>
          </ac:spMkLst>
        </pc:spChg>
        <pc:spChg chg="del">
          <ac:chgData name="優海 安藤" userId="a883f5c9748c9314" providerId="LiveId" clId="{63D6F05E-EBDE-4E4A-9086-57D5A5BD7A5D}" dt="2024-12-13T04:20:31.619" v="1204" actId="478"/>
          <ac:spMkLst>
            <pc:docMk/>
            <pc:sldMk cId="4255354912" sldId="258"/>
            <ac:spMk id="3" creationId="{06FC3154-6DD7-25FE-D22C-3456C4D52747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4" creationId="{C324CF0C-2209-0982-D632-67EA0D5121C7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5" creationId="{D8B86861-27BB-94FC-1702-81A91B76BD52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6" creationId="{EAF27E5C-5E41-AB29-3737-E525CACBA021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9" creationId="{02F9C52E-DD06-9156-42B5-E8FBAF19D82C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1" creationId="{9811ADE9-5511-44D9-B368-2DF1BFC2DE00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3" creationId="{BE62EC83-24DB-BBA7-F597-5F5DF8EEB705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4" creationId="{1F3203C6-C847-7214-06A6-244CC3E6265A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5" creationId="{D18FA791-D8A5-F85B-9686-A181EEAD74FC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7" creationId="{407212CA-06BA-5BE4-C757-2F18E12E4C6E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8" creationId="{8CEFE8CF-CC38-EE0B-0912-FF95A644CAD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9" creationId="{06F62FD7-4656-4F08-692C-3FFEBF60DBF1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0" creationId="{D677403F-EF67-F8F0-F39E-8C4F74233094}"/>
          </ac:spMkLst>
        </pc:spChg>
        <pc:spChg chg="add del mod">
          <ac:chgData name="優海 安藤" userId="a883f5c9748c9314" providerId="LiveId" clId="{63D6F05E-EBDE-4E4A-9086-57D5A5BD7A5D}" dt="2024-12-13T02:38:58.186" v="540" actId="478"/>
          <ac:spMkLst>
            <pc:docMk/>
            <pc:sldMk cId="4255354912" sldId="258"/>
            <ac:spMk id="43" creationId="{0DDC81EE-0B40-5F81-8737-F3B0941E7FA5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6" creationId="{89D4B4D9-6461-7152-F055-DF03DFDD5355}"/>
          </ac:spMkLst>
        </pc:spChg>
        <pc:spChg chg="del mod">
          <ac:chgData name="優海 安藤" userId="a883f5c9748c9314" providerId="LiveId" clId="{63D6F05E-EBDE-4E4A-9086-57D5A5BD7A5D}" dt="2024-12-13T02:36:41.622" v="317" actId="478"/>
          <ac:spMkLst>
            <pc:docMk/>
            <pc:sldMk cId="4255354912" sldId="258"/>
            <ac:spMk id="51" creationId="{6D5FA4E8-B603-FA1B-2FA4-CF60C3B0FBC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68" creationId="{61763DD9-F0F9-E23B-4BB8-73295541D407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72" creationId="{25DA65D5-EEB8-E51F-87E7-BA9564B365EA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86" creationId="{56C7FD3F-C9ED-9159-E31D-57FC3ABFCA37}"/>
          </ac:spMkLst>
        </pc:spChg>
        <pc:spChg chg="del">
          <ac:chgData name="優海 安藤" userId="a883f5c9748c9314" providerId="LiveId" clId="{63D6F05E-EBDE-4E4A-9086-57D5A5BD7A5D}" dt="2024-12-13T02:52:03.701" v="804" actId="478"/>
          <ac:spMkLst>
            <pc:docMk/>
            <pc:sldMk cId="4255354912" sldId="258"/>
            <ac:spMk id="89" creationId="{6107F80C-6F4D-7C14-C6D4-EB7A7B3C5CF9}"/>
          </ac:spMkLst>
        </pc:spChg>
        <pc:spChg chg="del mod">
          <ac:chgData name="優海 安藤" userId="a883f5c9748c9314" providerId="LiveId" clId="{63D6F05E-EBDE-4E4A-9086-57D5A5BD7A5D}" dt="2024-12-13T02:52:40.917" v="808" actId="478"/>
          <ac:spMkLst>
            <pc:docMk/>
            <pc:sldMk cId="4255354912" sldId="258"/>
            <ac:spMk id="93" creationId="{4E9ED10C-0FFF-7BB3-F47C-06C230F558F1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97" creationId="{3F4F11C9-34B2-D9B3-5180-1EDC8E39E0B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102" creationId="{12EBD3A7-FA21-BBAE-35DD-5E701A36714A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127" creationId="{156E3ECD-1266-7695-12B2-CD4EC93B327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136" creationId="{DA8011F3-2C7B-A383-BB6D-79626993877D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138" creationId="{19629EF6-838F-7233-1EA3-B69C15935EDE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140" creationId="{EBBE6C9D-74E9-7519-E3A8-A678C13EE835}"/>
          </ac:spMkLst>
        </pc:spChg>
        <pc:spChg chg="add mod">
          <ac:chgData name="優海 安藤" userId="a883f5c9748c9314" providerId="LiveId" clId="{63D6F05E-EBDE-4E4A-9086-57D5A5BD7A5D}" dt="2024-12-13T02:56:44.250" v="1017" actId="571"/>
          <ac:spMkLst>
            <pc:docMk/>
            <pc:sldMk cId="4255354912" sldId="258"/>
            <ac:spMk id="146" creationId="{0C1369F0-C472-71BB-9758-EF3BC8873483}"/>
          </ac:spMkLst>
        </pc:spChg>
        <pc:spChg chg="add 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148" creationId="{D204DFB3-1967-9018-F11E-4EA13592DBDF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149" creationId="{62C893B2-707E-9311-604F-A92F01EBB81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152" creationId="{31EE6E03-DB4F-E656-F783-EE119E6008DD}"/>
          </ac:spMkLst>
        </pc:spChg>
        <pc:spChg chg="add 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167" creationId="{ABE9D94B-57E3-63C6-15B2-39BD2819C4EA}"/>
          </ac:spMkLst>
        </pc:spChg>
        <pc:spChg chg="add mod">
          <ac:chgData name="優海 安藤" userId="a883f5c9748c9314" providerId="LiveId" clId="{63D6F05E-EBDE-4E4A-9086-57D5A5BD7A5D}" dt="2024-12-13T04:44:22.551" v="1289" actId="20577"/>
          <ac:spMkLst>
            <pc:docMk/>
            <pc:sldMk cId="4255354912" sldId="258"/>
            <ac:spMk id="168" creationId="{D745D34B-4156-56A4-55A8-3601B822E43F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194" creationId="{E8B0C1D2-FB8C-3A4D-3B20-8C6FF1C2684F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196" creationId="{D09969FE-7DCD-B54E-4E2E-54EC2449BB7F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01" creationId="{2A6F2B02-6375-D58F-3122-867BCEECE78C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02" creationId="{0C43A14A-59BD-945D-A929-D6A77FA41570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05" creationId="{318A93E9-23FD-2327-CCB8-254A382CE373}"/>
          </ac:spMkLst>
        </pc:spChg>
        <pc:spChg chg="del mod">
          <ac:chgData name="優海 安藤" userId="a883f5c9748c9314" providerId="LiveId" clId="{63D6F05E-EBDE-4E4A-9086-57D5A5BD7A5D}" dt="2024-12-13T02:51:55.762" v="801" actId="478"/>
          <ac:spMkLst>
            <pc:docMk/>
            <pc:sldMk cId="4255354912" sldId="258"/>
            <ac:spMk id="206" creationId="{D53BB037-2A6C-F50A-DAFC-613C321AA537}"/>
          </ac:spMkLst>
        </pc:spChg>
        <pc:spChg chg="mod">
          <ac:chgData name="優海 安藤" userId="a883f5c9748c9314" providerId="LiveId" clId="{63D6F05E-EBDE-4E4A-9086-57D5A5BD7A5D}" dt="2024-12-13T04:32:35.175" v="1275" actId="207"/>
          <ac:spMkLst>
            <pc:docMk/>
            <pc:sldMk cId="4255354912" sldId="258"/>
            <ac:spMk id="208" creationId="{276BF0C4-470D-A6F4-B384-948EB11E6F80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09" creationId="{E46E946F-ED78-FA53-7461-030D29B027ED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10" creationId="{BE68FE4C-3121-0C7A-DD00-1A72FE7B65D4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11" creationId="{45113F87-E57E-D091-A627-168194EFC6BB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14" creationId="{0675D134-40F9-4BE7-026C-ABEF95A2EAD5}"/>
          </ac:spMkLst>
        </pc:spChg>
        <pc:spChg chg="del mod">
          <ac:chgData name="優海 安藤" userId="a883f5c9748c9314" providerId="LiveId" clId="{63D6F05E-EBDE-4E4A-9086-57D5A5BD7A5D}" dt="2024-12-13T02:37:57.162" v="470" actId="478"/>
          <ac:spMkLst>
            <pc:docMk/>
            <pc:sldMk cId="4255354912" sldId="258"/>
            <ac:spMk id="216" creationId="{E5BA31B0-183D-7DBE-BF2E-54D1DE865A52}"/>
          </ac:spMkLst>
        </pc:spChg>
        <pc:spChg chg="del mod">
          <ac:chgData name="優海 安藤" userId="a883f5c9748c9314" providerId="LiveId" clId="{63D6F05E-EBDE-4E4A-9086-57D5A5BD7A5D}" dt="2024-12-13T02:51:53.905" v="799" actId="478"/>
          <ac:spMkLst>
            <pc:docMk/>
            <pc:sldMk cId="4255354912" sldId="258"/>
            <ac:spMk id="218" creationId="{F9EFAC31-2A3D-52BA-9FD5-8CE5281D1F5B}"/>
          </ac:spMkLst>
        </pc:spChg>
        <pc:spChg chg="del mod">
          <ac:chgData name="優海 安藤" userId="a883f5c9748c9314" providerId="LiveId" clId="{63D6F05E-EBDE-4E4A-9086-57D5A5BD7A5D}" dt="2024-12-13T02:51:49.843" v="796" actId="478"/>
          <ac:spMkLst>
            <pc:docMk/>
            <pc:sldMk cId="4255354912" sldId="258"/>
            <ac:spMk id="220" creationId="{9581AA84-6718-6EC4-3E8D-71B3C4CA0B1C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26" creationId="{CB2C2B86-1AB0-0DA5-7BD9-6B338E19224A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27" creationId="{36D56D2F-8818-BE15-3F0A-827C3E3ACDE5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29" creationId="{34FBADED-EA85-6E61-DF68-6FE5C2859F92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30" creationId="{F672A278-91F2-DA69-3C8B-95D611F9F069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33" creationId="{8905DE23-8AD1-05BF-510D-479AF097B2D7}"/>
          </ac:spMkLst>
        </pc:spChg>
        <pc:spChg chg="mod">
          <ac:chgData name="優海 安藤" userId="a883f5c9748c9314" providerId="LiveId" clId="{63D6F05E-EBDE-4E4A-9086-57D5A5BD7A5D}" dt="2024-12-13T02:42:54.491" v="610" actId="164"/>
          <ac:spMkLst>
            <pc:docMk/>
            <pc:sldMk cId="4255354912" sldId="258"/>
            <ac:spMk id="234" creationId="{FE9AFC9D-D42D-C483-04FE-F6D500387DB1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36" creationId="{55B63069-1130-3271-FBE8-3C82392AA2BE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37" creationId="{7524F03F-04ED-5270-779B-AFA549B9BAA4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38" creationId="{EBA7070C-E4B6-A7D6-6AD7-72B74CFE52FC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239" creationId="{C5C56EF3-078A-32FE-9003-3222671CC490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242" creationId="{56178F07-5B86-6D34-CEC0-AF3BABD841D7}"/>
          </ac:spMkLst>
        </pc:spChg>
        <pc:spChg chg="del">
          <ac:chgData name="優海 安藤" userId="a883f5c9748c9314" providerId="LiveId" clId="{63D6F05E-EBDE-4E4A-9086-57D5A5BD7A5D}" dt="2024-12-13T02:38:26.361" v="482" actId="478"/>
          <ac:spMkLst>
            <pc:docMk/>
            <pc:sldMk cId="4255354912" sldId="258"/>
            <ac:spMk id="244" creationId="{72F51CD2-1C4E-6FA2-9219-9717294C131C}"/>
          </ac:spMkLst>
        </pc:spChg>
        <pc:spChg chg="mod">
          <ac:chgData name="優海 安藤" userId="a883f5c9748c9314" providerId="LiveId" clId="{63D6F05E-EBDE-4E4A-9086-57D5A5BD7A5D}" dt="2024-12-13T02:42:54.491" v="610" actId="164"/>
          <ac:spMkLst>
            <pc:docMk/>
            <pc:sldMk cId="4255354912" sldId="258"/>
            <ac:spMk id="246" creationId="{1D078748-471A-552A-042A-12E8233ED8D0}"/>
          </ac:spMkLst>
        </pc:spChg>
        <pc:spChg chg="mod">
          <ac:chgData name="優海 安藤" userId="a883f5c9748c9314" providerId="LiveId" clId="{63D6F05E-EBDE-4E4A-9086-57D5A5BD7A5D}" dt="2024-12-13T02:43:07.257" v="612" actId="164"/>
          <ac:spMkLst>
            <pc:docMk/>
            <pc:sldMk cId="4255354912" sldId="258"/>
            <ac:spMk id="248" creationId="{777B5BCC-5252-C2D6-2906-B2105E7E4E95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41" creationId="{75280B68-0FCA-225E-E061-A81FBB394B44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42" creationId="{54EEAABE-82FB-A8B4-0D26-D8B9BB469D83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43" creationId="{78159CCF-141A-620B-C59F-F023BEA2DD61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45" creationId="{E9A96D09-37EA-A0E3-52B0-117E2F1B989B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46" creationId="{3E966892-1B8D-DE2D-A360-528CE77F017E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49" creationId="{079B0828-F5B2-88D2-68A8-9763A80D0AE8}"/>
          </ac:spMkLst>
        </pc:spChg>
        <pc:spChg chg="del">
          <ac:chgData name="優海 安藤" userId="a883f5c9748c9314" providerId="LiveId" clId="{63D6F05E-EBDE-4E4A-9086-57D5A5BD7A5D}" dt="2024-12-13T02:55:15.524" v="979" actId="478"/>
          <ac:spMkLst>
            <pc:docMk/>
            <pc:sldMk cId="4255354912" sldId="258"/>
            <ac:spMk id="350" creationId="{ACDB555D-43E6-870D-E417-E478FF6808A6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52" creationId="{C5385193-9585-3CF6-10E9-EF1BDCA38E0B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53" creationId="{69B504C6-E9B0-5CAB-7FA8-058C9CCE660E}"/>
          </ac:spMkLst>
        </pc:spChg>
        <pc:spChg chg="add del 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54" creationId="{F45CEA7C-949E-6650-0177-45295A8DEE79}"/>
          </ac:spMkLst>
        </pc:spChg>
        <pc:spChg chg="mod">
          <ac:chgData name="優海 安藤" userId="a883f5c9748c9314" providerId="LiveId" clId="{63D6F05E-EBDE-4E4A-9086-57D5A5BD7A5D}" dt="2024-12-13T04:32:15.491" v="1273" actId="17032"/>
          <ac:spMkLst>
            <pc:docMk/>
            <pc:sldMk cId="4255354912" sldId="258"/>
            <ac:spMk id="355" creationId="{DB3BAE57-0C57-0C53-0E74-1976866B95D6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58" creationId="{6718EB66-265D-D12A-76E0-AF584243A4CD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60" creationId="{02353DF6-3338-ADE8-AC78-0C05F5E3FE28}"/>
          </ac:spMkLst>
        </pc:spChg>
        <pc:spChg chg="del">
          <ac:chgData name="優海 安藤" userId="a883f5c9748c9314" providerId="LiveId" clId="{63D6F05E-EBDE-4E4A-9086-57D5A5BD7A5D}" dt="2024-12-13T02:55:12.660" v="977" actId="478"/>
          <ac:spMkLst>
            <pc:docMk/>
            <pc:sldMk cId="4255354912" sldId="258"/>
            <ac:spMk id="362" creationId="{D2DE5CD1-9357-0C39-EB95-5F5EABA77D3F}"/>
          </ac:spMkLst>
        </pc:spChg>
        <pc:spChg chg="del mod">
          <ac:chgData name="優海 安藤" userId="a883f5c9748c9314" providerId="LiveId" clId="{63D6F05E-EBDE-4E4A-9086-57D5A5BD7A5D}" dt="2024-12-13T02:55:16.786" v="980" actId="478"/>
          <ac:spMkLst>
            <pc:docMk/>
            <pc:sldMk cId="4255354912" sldId="258"/>
            <ac:spMk id="364" creationId="{8273E4E2-6A40-811A-0388-4FBAE23FD194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80" creationId="{F70CB55E-AC68-B440-AA7E-6CA13B74095E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90" creationId="{C643853B-4073-594A-DA53-3195D47BB2A5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93" creationId="{27D8E0F0-1A95-4776-311A-B45C7D1055A5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394" creationId="{5F0E078B-E5DF-7596-57B4-234755A7ABC2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18" creationId="{A40E7148-4FE4-1012-A243-576409A627BC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0" creationId="{F4D88C2F-7CB6-89A8-082E-C2DDAFFB128D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1" creationId="{97D5C540-4CC5-ED69-BA87-E570B552600A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2" creationId="{6C67B4D4-699D-6025-A435-33E0A8D29AB7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4" creationId="{56CE6573-2483-3BA2-A0E3-32A511FA6E29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5" creationId="{5005E4F1-D48A-8931-CE07-14255E6D92E2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6" creationId="{A89EE302-5106-513E-5DEF-DF67D0D2C04F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7" creationId="{4E58C015-8D32-3C58-8D09-20E05770BF8E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4255354912" sldId="258"/>
            <ac:spMk id="438" creationId="{91484688-43DD-4504-6C58-D2446714D5DF}"/>
          </ac:spMkLst>
        </pc:spChg>
        <pc:grpChg chg="add del mod">
          <ac:chgData name="優海 安藤" userId="a883f5c9748c9314" providerId="LiveId" clId="{63D6F05E-EBDE-4E4A-9086-57D5A5BD7A5D}" dt="2024-12-13T02:48:31.021" v="656" actId="478"/>
          <ac:grpSpMkLst>
            <pc:docMk/>
            <pc:sldMk cId="4255354912" sldId="258"/>
            <ac:grpSpMk id="75" creationId="{E986E91D-38BF-0F96-B802-8C3BD3081A55}"/>
          </ac:grpSpMkLst>
        </pc:grpChg>
        <pc:grpChg chg="add del mod">
          <ac:chgData name="優海 安藤" userId="a883f5c9748c9314" providerId="LiveId" clId="{63D6F05E-EBDE-4E4A-9086-57D5A5BD7A5D}" dt="2024-12-13T02:48:31.021" v="656" actId="478"/>
          <ac:grpSpMkLst>
            <pc:docMk/>
            <pc:sldMk cId="4255354912" sldId="258"/>
            <ac:grpSpMk id="76" creationId="{5E6C0146-03AE-542B-3FE1-22F10EC97CFE}"/>
          </ac:grpSpMkLst>
        </pc:grp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7" creationId="{48B0FE8A-BB67-BF6E-7CAB-5EE08558EA0F}"/>
          </ac:cxnSpMkLst>
        </pc:cxnChg>
        <pc:cxnChg chg="add del mod">
          <ac:chgData name="優海 安藤" userId="a883f5c9748c9314" providerId="LiveId" clId="{63D6F05E-EBDE-4E4A-9086-57D5A5BD7A5D}" dt="2024-12-13T02:35:03.385" v="159" actId="478"/>
          <ac:cxnSpMkLst>
            <pc:docMk/>
            <pc:sldMk cId="4255354912" sldId="258"/>
            <ac:cxnSpMk id="20" creationId="{83D93A52-7A86-FB78-7D42-87F5F8E54E64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5" creationId="{42B4C7F0-B01C-BA4E-3FE8-EA2A8A7350E2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7" creationId="{58BFF0E4-51C0-6B28-2CF9-931CC260833F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8" creationId="{3CA7B375-C0AE-E694-DE35-9D7EB3308180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2" creationId="{41CC49B7-B31C-6A08-E946-2680176B4F46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6" creationId="{EF7A8A2D-22DA-40AF-ECDC-023D5B8AD9A6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41" creationId="{1DD43AA1-2098-D37E-6048-A21379CA2017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42" creationId="{23218321-192E-D174-8151-921CF9D5F8BA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44" creationId="{72CF8703-C222-0A81-FD07-1298A32BEA04}"/>
          </ac:cxnSpMkLst>
        </pc:cxnChg>
        <pc:cxnChg chg="add del mod">
          <ac:chgData name="優海 安藤" userId="a883f5c9748c9314" providerId="LiveId" clId="{63D6F05E-EBDE-4E4A-9086-57D5A5BD7A5D}" dt="2024-12-13T02:38:59.142" v="541" actId="478"/>
          <ac:cxnSpMkLst>
            <pc:docMk/>
            <pc:sldMk cId="4255354912" sldId="258"/>
            <ac:cxnSpMk id="45" creationId="{448525F6-E3E6-A232-3AC3-3D7F7176A63C}"/>
          </ac:cxnSpMkLst>
        </pc:cxnChg>
        <pc:cxnChg chg="add del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47" creationId="{A2BCD907-C241-96FB-3441-B8679BF165B3}"/>
          </ac:cxnSpMkLst>
        </pc:cxnChg>
        <pc:cxnChg chg="del mod">
          <ac:chgData name="優海 安藤" userId="a883f5c9748c9314" providerId="LiveId" clId="{63D6F05E-EBDE-4E4A-9086-57D5A5BD7A5D}" dt="2024-12-13T02:36:42.458" v="318" actId="478"/>
          <ac:cxnSpMkLst>
            <pc:docMk/>
            <pc:sldMk cId="4255354912" sldId="258"/>
            <ac:cxnSpMk id="50" creationId="{B7A8F10C-FA29-14FE-76C9-3BA0AE7C0FEA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54" creationId="{C74C3136-5ECF-AD2E-8D41-03D6A10F0A96}"/>
          </ac:cxnSpMkLst>
        </pc:cxnChg>
        <pc:cxnChg chg="del mod">
          <ac:chgData name="優海 安藤" userId="a883f5c9748c9314" providerId="LiveId" clId="{63D6F05E-EBDE-4E4A-9086-57D5A5BD7A5D}" dt="2024-12-13T02:53:49.193" v="906" actId="478"/>
          <ac:cxnSpMkLst>
            <pc:docMk/>
            <pc:sldMk cId="4255354912" sldId="258"/>
            <ac:cxnSpMk id="66" creationId="{3C5FD85D-9A7D-9F14-A76D-70BFA14C8300}"/>
          </ac:cxnSpMkLst>
        </pc:cxnChg>
        <pc:cxnChg chg="del mod">
          <ac:chgData name="優海 安藤" userId="a883f5c9748c9314" providerId="LiveId" clId="{63D6F05E-EBDE-4E4A-9086-57D5A5BD7A5D}" dt="2024-12-13T02:52:03.110" v="803" actId="478"/>
          <ac:cxnSpMkLst>
            <pc:docMk/>
            <pc:sldMk cId="4255354912" sldId="258"/>
            <ac:cxnSpMk id="91" creationId="{5063020F-E249-9FBB-3A0A-56F6C37D3EB0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92" creationId="{60B7AE67-8FFA-7823-3B09-EE1D344F6F8D}"/>
          </ac:cxnSpMkLst>
        </pc:cxnChg>
        <pc:cxnChg chg="del mod">
          <ac:chgData name="優海 安藤" userId="a883f5c9748c9314" providerId="LiveId" clId="{63D6F05E-EBDE-4E4A-9086-57D5A5BD7A5D}" dt="2024-12-13T02:52:41.796" v="809" actId="478"/>
          <ac:cxnSpMkLst>
            <pc:docMk/>
            <pc:sldMk cId="4255354912" sldId="258"/>
            <ac:cxnSpMk id="94" creationId="{79C5A49C-A80B-1483-3F6F-077E0B4F0D22}"/>
          </ac:cxnSpMkLst>
        </pc:cxnChg>
        <pc:cxnChg chg="del mod">
          <ac:chgData name="優海 安藤" userId="a883f5c9748c9314" providerId="LiveId" clId="{63D6F05E-EBDE-4E4A-9086-57D5A5BD7A5D}" dt="2024-12-13T02:58:23.811" v="1029" actId="478"/>
          <ac:cxnSpMkLst>
            <pc:docMk/>
            <pc:sldMk cId="4255354912" sldId="258"/>
            <ac:cxnSpMk id="101" creationId="{DEBEE898-4FE6-4A66-7197-24BD01614CB0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12" creationId="{5198A5F0-44E7-6863-E9CB-D8B77730042F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15" creationId="{18677440-FC0F-7D78-B153-1664EDCBCB81}"/>
          </ac:cxnSpMkLst>
        </pc:cxnChg>
        <pc:cxnChg chg="add del mod">
          <ac:chgData name="優海 安藤" userId="a883f5c9748c9314" providerId="LiveId" clId="{63D6F05E-EBDE-4E4A-9086-57D5A5BD7A5D}" dt="2024-12-13T02:50:39.074" v="711" actId="478"/>
          <ac:cxnSpMkLst>
            <pc:docMk/>
            <pc:sldMk cId="4255354912" sldId="258"/>
            <ac:cxnSpMk id="120" creationId="{C2EF0FB8-7324-6344-0F3B-A7149FCADE71}"/>
          </ac:cxnSpMkLst>
        </pc:cxnChg>
        <pc:cxnChg chg="add del mod">
          <ac:chgData name="優海 安藤" userId="a883f5c9748c9314" providerId="LiveId" clId="{63D6F05E-EBDE-4E4A-9086-57D5A5BD7A5D}" dt="2024-12-13T02:51:22.948" v="793" actId="478"/>
          <ac:cxnSpMkLst>
            <pc:docMk/>
            <pc:sldMk cId="4255354912" sldId="258"/>
            <ac:cxnSpMk id="130" creationId="{391AC7FE-5E0B-6782-91AB-823BE4DF4638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32" creationId="{FB28EB51-BF2B-4679-09E8-4252BFE0308A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33" creationId="{95822314-286A-1DE6-A007-2D3B95BE4EFD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37" creationId="{86BF0C5D-FE02-6E1B-FB7E-6A91808B008C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39" creationId="{64A0AE15-B597-5D66-FD67-D8A86C384776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41" creationId="{549C5A33-4E1C-5318-3664-73EA0265A5DB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42" creationId="{FED5C0F2-ED62-6B7F-97E2-03BF8B7435E0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43" creationId="{E3A349BA-5EEB-3BBF-43B4-1F774FFADAA5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44" creationId="{C9A0748F-80AB-7737-906C-E9FEE1AF9A31}"/>
          </ac:cxnSpMkLst>
        </pc:cxnChg>
        <pc:cxnChg chg="add mod">
          <ac:chgData name="優海 安藤" userId="a883f5c9748c9314" providerId="LiveId" clId="{63D6F05E-EBDE-4E4A-9086-57D5A5BD7A5D}" dt="2024-12-13T02:56:44.250" v="1017" actId="571"/>
          <ac:cxnSpMkLst>
            <pc:docMk/>
            <pc:sldMk cId="4255354912" sldId="258"/>
            <ac:cxnSpMk id="145" creationId="{05F321C1-C2FB-F444-3868-AB2514F08A4E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47" creationId="{CF231E44-524A-00B1-49D0-A497295BA4EE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50" creationId="{7E56FDA1-5A33-4A5F-550C-BD20F29B8C07}"/>
          </ac:cxnSpMkLst>
        </pc:cxnChg>
        <pc:cxnChg chg="del mod">
          <ac:chgData name="優海 安藤" userId="a883f5c9748c9314" providerId="LiveId" clId="{63D6F05E-EBDE-4E4A-9086-57D5A5BD7A5D}" dt="2024-12-13T02:53:55.068" v="907" actId="478"/>
          <ac:cxnSpMkLst>
            <pc:docMk/>
            <pc:sldMk cId="4255354912" sldId="258"/>
            <ac:cxnSpMk id="151" creationId="{8D393EB6-EFB9-7D64-5255-CDC632C3415F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56" creationId="{0C366FFF-2573-153B-6704-D536354D6353}"/>
          </ac:cxnSpMkLst>
        </pc:cxnChg>
        <pc:cxnChg chg="add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159" creationId="{40E33644-4B94-6014-90E8-16261A8297CA}"/>
          </ac:cxnSpMkLst>
        </pc:cxnChg>
        <pc:cxnChg chg="del mod">
          <ac:chgData name="優海 安藤" userId="a883f5c9748c9314" providerId="LiveId" clId="{63D6F05E-EBDE-4E4A-9086-57D5A5BD7A5D}" dt="2024-12-13T02:57:56.292" v="1020" actId="478"/>
          <ac:cxnSpMkLst>
            <pc:docMk/>
            <pc:sldMk cId="4255354912" sldId="258"/>
            <ac:cxnSpMk id="200" creationId="{3F7AFF14-5BF1-15A2-59F3-CE0E69660857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03" creationId="{CE44980F-71BF-6B0D-309E-637FD6A40A1C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04" creationId="{AFFE8974-AA88-2141-2800-980F93735FD4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07" creationId="{774349F7-56C7-AA15-06B5-757186DD0259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12" creationId="{6C24D839-D95D-8968-F86E-5C13ED3A243B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13" creationId="{59E630EB-A4D6-7E83-5A61-03096755ADDD}"/>
          </ac:cxnSpMkLst>
        </pc:cxnChg>
        <pc:cxnChg chg="del mod">
          <ac:chgData name="優海 安藤" userId="a883f5c9748c9314" providerId="LiveId" clId="{63D6F05E-EBDE-4E4A-9086-57D5A5BD7A5D}" dt="2024-12-13T02:37:52.872" v="468" actId="478"/>
          <ac:cxnSpMkLst>
            <pc:docMk/>
            <pc:sldMk cId="4255354912" sldId="258"/>
            <ac:cxnSpMk id="215" creationId="{E9D9D7AA-FE65-68E6-5241-C5D409B1B8C8}"/>
          </ac:cxnSpMkLst>
        </pc:cxnChg>
        <pc:cxnChg chg="del mod">
          <ac:chgData name="優海 安藤" userId="a883f5c9748c9314" providerId="LiveId" clId="{63D6F05E-EBDE-4E4A-9086-57D5A5BD7A5D}" dt="2024-12-13T02:49:22.350" v="674" actId="478"/>
          <ac:cxnSpMkLst>
            <pc:docMk/>
            <pc:sldMk cId="4255354912" sldId="258"/>
            <ac:cxnSpMk id="217" creationId="{B624619F-E5FB-D719-8527-A9F0D67759AA}"/>
          </ac:cxnSpMkLst>
        </pc:cxnChg>
        <pc:cxnChg chg="del mod">
          <ac:chgData name="優海 安藤" userId="a883f5c9748c9314" providerId="LiveId" clId="{63D6F05E-EBDE-4E4A-9086-57D5A5BD7A5D}" dt="2024-12-13T02:51:56.599" v="802" actId="478"/>
          <ac:cxnSpMkLst>
            <pc:docMk/>
            <pc:sldMk cId="4255354912" sldId="258"/>
            <ac:cxnSpMk id="219" creationId="{C52291A4-CD09-3097-2B65-1F09692A1983}"/>
          </ac:cxnSpMkLst>
        </pc:cxnChg>
        <pc:cxnChg chg="del mod">
          <ac:chgData name="優海 安藤" userId="a883f5c9748c9314" providerId="LiveId" clId="{63D6F05E-EBDE-4E4A-9086-57D5A5BD7A5D}" dt="2024-12-13T02:51:51.192" v="797" actId="478"/>
          <ac:cxnSpMkLst>
            <pc:docMk/>
            <pc:sldMk cId="4255354912" sldId="258"/>
            <ac:cxnSpMk id="221" creationId="{9FE8A7A0-075A-CA8E-F44A-438B4E2CD41E}"/>
          </ac:cxnSpMkLst>
        </pc:cxnChg>
        <pc:cxnChg chg="add del mod">
          <ac:chgData name="優海 安藤" userId="a883f5c9748c9314" providerId="LiveId" clId="{63D6F05E-EBDE-4E4A-9086-57D5A5BD7A5D}" dt="2024-12-13T02:48:15.355" v="652" actId="478"/>
          <ac:cxnSpMkLst>
            <pc:docMk/>
            <pc:sldMk cId="4255354912" sldId="258"/>
            <ac:cxnSpMk id="228" creationId="{20CE3BE4-9D96-47E7-436D-227C6C4E0871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31" creationId="{56BA2E15-8623-E170-6FA6-3508DE46888F}"/>
          </ac:cxnSpMkLst>
        </pc:cxnChg>
        <pc:cxnChg chg="add del 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32" creationId="{868C1ECF-1665-6DBC-6041-3F9F400C0014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35" creationId="{0884F987-420C-34F5-0913-15EC0DA0111F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40" creationId="{9C31C4D7-6936-5508-B410-448BAF57A83F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41" creationId="{9312BBF5-FA56-43C7-10E9-1413271473F6}"/>
          </ac:cxnSpMkLst>
        </pc:cxnChg>
        <pc:cxnChg chg="del mod">
          <ac:chgData name="優海 安藤" userId="a883f5c9748c9314" providerId="LiveId" clId="{63D6F05E-EBDE-4E4A-9086-57D5A5BD7A5D}" dt="2024-12-13T02:38:27.103" v="483" actId="478"/>
          <ac:cxnSpMkLst>
            <pc:docMk/>
            <pc:sldMk cId="4255354912" sldId="258"/>
            <ac:cxnSpMk id="243" creationId="{254A95F8-17A8-14E4-CC6E-B626235CBDAB}"/>
          </ac:cxnSpMkLst>
        </pc:cxnChg>
        <pc:cxnChg chg="del mod">
          <ac:chgData name="優海 安藤" userId="a883f5c9748c9314" providerId="LiveId" clId="{63D6F05E-EBDE-4E4A-9086-57D5A5BD7A5D}" dt="2024-12-13T02:45:28.807" v="632" actId="478"/>
          <ac:cxnSpMkLst>
            <pc:docMk/>
            <pc:sldMk cId="4255354912" sldId="258"/>
            <ac:cxnSpMk id="245" creationId="{8F6E4961-D93B-9F87-E103-CECA4B74E7FB}"/>
          </ac:cxnSpMkLst>
        </pc:cxnChg>
        <pc:cxnChg chg="mod">
          <ac:chgData name="優海 安藤" userId="a883f5c9748c9314" providerId="LiveId" clId="{63D6F05E-EBDE-4E4A-9086-57D5A5BD7A5D}" dt="2024-12-13T02:48:31.021" v="656" actId="478"/>
          <ac:cxnSpMkLst>
            <pc:docMk/>
            <pc:sldMk cId="4255354912" sldId="258"/>
            <ac:cxnSpMk id="247" creationId="{D789111F-0BCB-149C-64E9-EDB222579BE0}"/>
          </ac:cxnSpMkLst>
        </pc:cxnChg>
        <pc:cxnChg chg="mod">
          <ac:chgData name="優海 安藤" userId="a883f5c9748c9314" providerId="LiveId" clId="{63D6F05E-EBDE-4E4A-9086-57D5A5BD7A5D}" dt="2024-12-13T02:48:31.021" v="656" actId="478"/>
          <ac:cxnSpMkLst>
            <pc:docMk/>
            <pc:sldMk cId="4255354912" sldId="258"/>
            <ac:cxnSpMk id="249" creationId="{DD93C0B2-F006-DE8B-31BA-A7AC10768F6C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251" creationId="{E315D43C-9D6C-D9D8-2FD9-FD25CB080848}"/>
          </ac:cxnSpMkLst>
        </pc:cxnChg>
        <pc:cxnChg chg="del mod">
          <ac:chgData name="優海 安藤" userId="a883f5c9748c9314" providerId="LiveId" clId="{63D6F05E-EBDE-4E4A-9086-57D5A5BD7A5D}" dt="2024-12-13T02:58:42.731" v="1035" actId="478"/>
          <ac:cxnSpMkLst>
            <pc:docMk/>
            <pc:sldMk cId="4255354912" sldId="258"/>
            <ac:cxnSpMk id="344" creationId="{44808A4E-1CFA-D1E8-94C9-3155FAD60990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47" creationId="{5465AC49-61C0-9D59-A0B7-6ED96205E2D3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48" creationId="{D4962815-19ED-CBCE-D460-E7D55102C257}"/>
          </ac:cxnSpMkLst>
        </pc:cxnChg>
        <pc:cxnChg chg="add del mod">
          <ac:chgData name="優海 安藤" userId="a883f5c9748c9314" providerId="LiveId" clId="{63D6F05E-EBDE-4E4A-9086-57D5A5BD7A5D}" dt="2024-12-13T02:55:31.675" v="986" actId="478"/>
          <ac:cxnSpMkLst>
            <pc:docMk/>
            <pc:sldMk cId="4255354912" sldId="258"/>
            <ac:cxnSpMk id="351" creationId="{97B4F9BE-1D02-E41D-F7BF-EDE8EE18BFF9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56" creationId="{120A118F-59D6-B87C-4391-CBE9687098BD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57" creationId="{B0AC61D9-9E05-B9B8-CCF0-5AED35F035BF}"/>
          </ac:cxnSpMkLst>
        </pc:cxnChg>
        <pc:cxnChg chg="del mod">
          <ac:chgData name="優海 安藤" userId="a883f5c9748c9314" providerId="LiveId" clId="{63D6F05E-EBDE-4E4A-9086-57D5A5BD7A5D}" dt="2024-12-13T02:33:59.768" v="128" actId="478"/>
          <ac:cxnSpMkLst>
            <pc:docMk/>
            <pc:sldMk cId="4255354912" sldId="258"/>
            <ac:cxnSpMk id="359" creationId="{2E5C0B95-87E4-3594-6981-16764D8D9178}"/>
          </ac:cxnSpMkLst>
        </pc:cxnChg>
        <pc:cxnChg chg="add del mod">
          <ac:chgData name="優海 安藤" userId="a883f5c9748c9314" providerId="LiveId" clId="{63D6F05E-EBDE-4E4A-9086-57D5A5BD7A5D}" dt="2024-12-13T02:55:30.383" v="984" actId="478"/>
          <ac:cxnSpMkLst>
            <pc:docMk/>
            <pc:sldMk cId="4255354912" sldId="258"/>
            <ac:cxnSpMk id="361" creationId="{980262C0-8E34-2759-7045-7F3B4E5F69BD}"/>
          </ac:cxnSpMkLst>
        </pc:cxnChg>
        <pc:cxnChg chg="del mod">
          <ac:chgData name="優海 安藤" userId="a883f5c9748c9314" providerId="LiveId" clId="{63D6F05E-EBDE-4E4A-9086-57D5A5BD7A5D}" dt="2024-12-13T02:55:13.771" v="978" actId="478"/>
          <ac:cxnSpMkLst>
            <pc:docMk/>
            <pc:sldMk cId="4255354912" sldId="258"/>
            <ac:cxnSpMk id="363" creationId="{CE074348-29C7-3E04-045C-724EA49601AE}"/>
          </ac:cxnSpMkLst>
        </pc:cxnChg>
        <pc:cxnChg chg="del mod">
          <ac:chgData name="優海 安藤" userId="a883f5c9748c9314" providerId="LiveId" clId="{63D6F05E-EBDE-4E4A-9086-57D5A5BD7A5D}" dt="2024-12-13T02:55:17.813" v="981" actId="478"/>
          <ac:cxnSpMkLst>
            <pc:docMk/>
            <pc:sldMk cId="4255354912" sldId="258"/>
            <ac:cxnSpMk id="365" creationId="{5DA8F05C-F1BC-8CE3-FD8F-D755F6C7275A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69" creationId="{75564A12-E47C-524F-4DF1-3694EA634BD0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71" creationId="{FEB6BE56-9036-2C6D-9F38-610B98C98A22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86" creationId="{A33100C7-EA3D-42B7-B31B-0419CD3C6772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87" creationId="{B02A1B35-6F29-0D69-B00C-7AE826673413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89" creationId="{BB75EC03-3E3C-CEAA-2430-39DE6EF5BD83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91" creationId="{69484E94-840B-0ABA-CED5-37F8252D8698}"/>
          </ac:cxnSpMkLst>
        </pc:cxnChg>
        <pc:cxnChg chg="mod">
          <ac:chgData name="優海 安藤" userId="a883f5c9748c9314" providerId="LiveId" clId="{63D6F05E-EBDE-4E4A-9086-57D5A5BD7A5D}" dt="2024-12-13T04:32:15.491" v="1273" actId="17032"/>
          <ac:cxnSpMkLst>
            <pc:docMk/>
            <pc:sldMk cId="4255354912" sldId="258"/>
            <ac:cxnSpMk id="392" creationId="{74C16745-E257-D729-1228-10CF490D1726}"/>
          </ac:cxnSpMkLst>
        </pc:cxnChg>
      </pc:sldChg>
      <pc:sldChg chg="modSp new add del">
        <pc:chgData name="優海 安藤" userId="a883f5c9748c9314" providerId="LiveId" clId="{63D6F05E-EBDE-4E4A-9086-57D5A5BD7A5D}" dt="2024-12-13T04:30:21.654" v="1270" actId="680"/>
        <pc:sldMkLst>
          <pc:docMk/>
          <pc:sldMk cId="91791558" sldId="259"/>
        </pc:sldMkLst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91791558" sldId="259"/>
            <ac:spMk id="2" creationId="{EAFD239D-1DD0-49DE-380F-293D6FDC2E54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k cId="91791558" sldId="259"/>
            <ac:spMk id="3" creationId="{16CE5728-B0BA-6008-A445-ACE8313B536D}"/>
          </ac:spMkLst>
        </pc:spChg>
      </pc:sldChg>
      <pc:sldMasterChg chg="modSp modSldLayout">
        <pc:chgData name="優海 安藤" userId="a883f5c9748c9314" providerId="LiveId" clId="{63D6F05E-EBDE-4E4A-9086-57D5A5BD7A5D}" dt="2024-12-13T04:27:54.253" v="1263"/>
        <pc:sldMasterMkLst>
          <pc:docMk/>
          <pc:sldMasterMk cId="883315351" sldId="2147483708"/>
        </pc:sldMasterMkLst>
        <pc:spChg chg="mod">
          <ac:chgData name="優海 安藤" userId="a883f5c9748c9314" providerId="LiveId" clId="{63D6F05E-EBDE-4E4A-9086-57D5A5BD7A5D}" dt="2024-12-13T04:27:54.253" v="1263"/>
          <ac:spMkLst>
            <pc:docMk/>
            <pc:sldMasterMk cId="883315351" sldId="2147483708"/>
            <ac:spMk id="2" creationId="{00000000-0000-0000-0000-000000000000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asterMk cId="883315351" sldId="2147483708"/>
            <ac:spMk id="3" creationId="{00000000-0000-0000-0000-000000000000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asterMk cId="883315351" sldId="2147483708"/>
            <ac:spMk id="4" creationId="{00000000-0000-0000-0000-000000000000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asterMk cId="883315351" sldId="2147483708"/>
            <ac:spMk id="5" creationId="{00000000-0000-0000-0000-000000000000}"/>
          </ac:spMkLst>
        </pc:spChg>
        <pc:spChg chg="mod">
          <ac:chgData name="優海 安藤" userId="a883f5c9748c9314" providerId="LiveId" clId="{63D6F05E-EBDE-4E4A-9086-57D5A5BD7A5D}" dt="2024-12-13T04:27:54.253" v="1263"/>
          <ac:spMkLst>
            <pc:docMk/>
            <pc:sldMasterMk cId="883315351" sldId="2147483708"/>
            <ac:spMk id="6" creationId="{00000000-0000-0000-0000-000000000000}"/>
          </ac:spMkLst>
        </pc:spChg>
        <pc:sldLayoutChg chg="modSp">
          <pc:chgData name="優海 安藤" userId="a883f5c9748c9314" providerId="LiveId" clId="{63D6F05E-EBDE-4E4A-9086-57D5A5BD7A5D}" dt="2024-12-13T04:27:54.253" v="1263"/>
          <pc:sldLayoutMkLst>
            <pc:docMk/>
            <pc:sldMasterMk cId="883315351" sldId="2147483708"/>
            <pc:sldLayoutMk cId="4125427125" sldId="2147483709"/>
          </pc:sldLayoutMkLst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4125427125" sldId="2147483709"/>
              <ac:spMk id="2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4125427125" sldId="2147483709"/>
              <ac:spMk id="3" creationId="{00000000-0000-0000-0000-000000000000}"/>
            </ac:spMkLst>
          </pc:spChg>
        </pc:sldLayoutChg>
        <pc:sldLayoutChg chg="modSp">
          <pc:chgData name="優海 安藤" userId="a883f5c9748c9314" providerId="LiveId" clId="{63D6F05E-EBDE-4E4A-9086-57D5A5BD7A5D}" dt="2024-12-13T04:27:54.253" v="1263"/>
          <pc:sldLayoutMkLst>
            <pc:docMk/>
            <pc:sldMasterMk cId="883315351" sldId="2147483708"/>
            <pc:sldLayoutMk cId="1656732329" sldId="2147483711"/>
          </pc:sldLayoutMkLst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656732329" sldId="2147483711"/>
              <ac:spMk id="2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656732329" sldId="2147483711"/>
              <ac:spMk id="3" creationId="{00000000-0000-0000-0000-000000000000}"/>
            </ac:spMkLst>
          </pc:spChg>
        </pc:sldLayoutChg>
        <pc:sldLayoutChg chg="modSp">
          <pc:chgData name="優海 安藤" userId="a883f5c9748c9314" providerId="LiveId" clId="{63D6F05E-EBDE-4E4A-9086-57D5A5BD7A5D}" dt="2024-12-13T04:27:54.253" v="1263"/>
          <pc:sldLayoutMkLst>
            <pc:docMk/>
            <pc:sldMasterMk cId="883315351" sldId="2147483708"/>
            <pc:sldLayoutMk cId="4197379360" sldId="2147483712"/>
          </pc:sldLayoutMkLst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4197379360" sldId="2147483712"/>
              <ac:spMk id="3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4197379360" sldId="2147483712"/>
              <ac:spMk id="4" creationId="{00000000-0000-0000-0000-000000000000}"/>
            </ac:spMkLst>
          </pc:spChg>
        </pc:sldLayoutChg>
        <pc:sldLayoutChg chg="modSp">
          <pc:chgData name="優海 安藤" userId="a883f5c9748c9314" providerId="LiveId" clId="{63D6F05E-EBDE-4E4A-9086-57D5A5BD7A5D}" dt="2024-12-13T04:27:54.253" v="1263"/>
          <pc:sldLayoutMkLst>
            <pc:docMk/>
            <pc:sldMasterMk cId="883315351" sldId="2147483708"/>
            <pc:sldLayoutMk cId="3719063596" sldId="2147483713"/>
          </pc:sldLayoutMkLst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3719063596" sldId="2147483713"/>
              <ac:spMk id="2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3719063596" sldId="2147483713"/>
              <ac:spMk id="3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3719063596" sldId="2147483713"/>
              <ac:spMk id="4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3719063596" sldId="2147483713"/>
              <ac:spMk id="5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3719063596" sldId="2147483713"/>
              <ac:spMk id="6" creationId="{00000000-0000-0000-0000-000000000000}"/>
            </ac:spMkLst>
          </pc:spChg>
        </pc:sldLayoutChg>
        <pc:sldLayoutChg chg="modSp">
          <pc:chgData name="優海 安藤" userId="a883f5c9748c9314" providerId="LiveId" clId="{63D6F05E-EBDE-4E4A-9086-57D5A5BD7A5D}" dt="2024-12-13T04:27:54.253" v="1263"/>
          <pc:sldLayoutMkLst>
            <pc:docMk/>
            <pc:sldMasterMk cId="883315351" sldId="2147483708"/>
            <pc:sldLayoutMk cId="1692712866" sldId="2147483716"/>
          </pc:sldLayoutMkLst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692712866" sldId="2147483716"/>
              <ac:spMk id="2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692712866" sldId="2147483716"/>
              <ac:spMk id="3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692712866" sldId="2147483716"/>
              <ac:spMk id="4" creationId="{00000000-0000-0000-0000-000000000000}"/>
            </ac:spMkLst>
          </pc:spChg>
        </pc:sldLayoutChg>
        <pc:sldLayoutChg chg="modSp">
          <pc:chgData name="優海 安藤" userId="a883f5c9748c9314" providerId="LiveId" clId="{63D6F05E-EBDE-4E4A-9086-57D5A5BD7A5D}" dt="2024-12-13T04:27:54.253" v="1263"/>
          <pc:sldLayoutMkLst>
            <pc:docMk/>
            <pc:sldMasterMk cId="883315351" sldId="2147483708"/>
            <pc:sldLayoutMk cId="1876615896" sldId="2147483717"/>
          </pc:sldLayoutMkLst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876615896" sldId="2147483717"/>
              <ac:spMk id="2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876615896" sldId="2147483717"/>
              <ac:spMk id="3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1876615896" sldId="2147483717"/>
              <ac:spMk id="4" creationId="{00000000-0000-0000-0000-000000000000}"/>
            </ac:spMkLst>
          </pc:spChg>
        </pc:sldLayoutChg>
        <pc:sldLayoutChg chg="modSp">
          <pc:chgData name="優海 安藤" userId="a883f5c9748c9314" providerId="LiveId" clId="{63D6F05E-EBDE-4E4A-9086-57D5A5BD7A5D}" dt="2024-12-13T04:27:54.253" v="1263"/>
          <pc:sldLayoutMkLst>
            <pc:docMk/>
            <pc:sldMasterMk cId="883315351" sldId="2147483708"/>
            <pc:sldLayoutMk cId="3584746020" sldId="2147483719"/>
          </pc:sldLayoutMkLst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3584746020" sldId="2147483719"/>
              <ac:spMk id="2" creationId="{00000000-0000-0000-0000-000000000000}"/>
            </ac:spMkLst>
          </pc:spChg>
          <pc:spChg chg="mod">
            <ac:chgData name="優海 安藤" userId="a883f5c9748c9314" providerId="LiveId" clId="{63D6F05E-EBDE-4E4A-9086-57D5A5BD7A5D}" dt="2024-12-13T04:27:54.253" v="1263"/>
            <ac:spMkLst>
              <pc:docMk/>
              <pc:sldMasterMk cId="883315351" sldId="2147483708"/>
              <pc:sldLayoutMk cId="3584746020" sldId="214748371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89ADF-9B27-4A1A-A9CA-72DF851E9A2E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852613" y="1143000"/>
            <a:ext cx="3152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CDEF0-3B09-479D-BA94-A51A8D0065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87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1pPr>
    <a:lvl2pPr marL="863749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2pPr>
    <a:lvl3pPr marL="1727497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3pPr>
    <a:lvl4pPr marL="2591243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4pPr>
    <a:lvl5pPr marL="3454992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5pPr>
    <a:lvl6pPr marL="4318738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6pPr>
    <a:lvl7pPr marL="5182487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7pPr>
    <a:lvl8pPr marL="6046233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8pPr>
    <a:lvl9pPr marL="6909981" algn="l" defTabSz="1727497" rtl="0" eaLnBrk="1" latinLnBrk="0" hangingPunct="1">
      <a:defRPr kumimoji="1"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C584-5DD9-34B9-2778-0D9E7469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98563B-9C65-8528-B661-5F0D41480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52613" y="1143000"/>
            <a:ext cx="3152775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A606FE-6FBB-FB38-5309-1D644EBBC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6122B2-6CA8-5AC5-A551-9DC54F201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CDEF0-3B09-479D-BA94-A51A8D0065B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19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B61B6-73E2-CF25-C6C2-AC2A7D70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56021ED-622A-E9A4-1AC9-28E8E11A9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52613" y="1143000"/>
            <a:ext cx="3152775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A7DB4A0-71E0-4C25-EA67-D695E8CF2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2C5D6D-DFE4-758F-F4B0-4AD10CF5C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CDEF0-3B09-479D-BA94-A51A8D0065B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32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3747185"/>
            <a:ext cx="19889788" cy="7971379"/>
          </a:xfrm>
        </p:spPr>
        <p:txBody>
          <a:bodyPr anchor="b"/>
          <a:lstStyle>
            <a:lvl1pPr algn="ctr">
              <a:defRPr sz="1535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71" y="12025971"/>
            <a:ext cx="17549813" cy="5528022"/>
          </a:xfrm>
        </p:spPr>
        <p:txBody>
          <a:bodyPr/>
          <a:lstStyle>
            <a:lvl1pPr marL="0" indent="0" algn="ctr">
              <a:buNone/>
              <a:defRPr sz="6141"/>
            </a:lvl1pPr>
            <a:lvl2pPr marL="1169878" indent="0" algn="ctr">
              <a:buNone/>
              <a:defRPr sz="5118"/>
            </a:lvl2pPr>
            <a:lvl3pPr marL="2339756" indent="0" algn="ctr">
              <a:buNone/>
              <a:defRPr sz="4606"/>
            </a:lvl3pPr>
            <a:lvl4pPr marL="3509633" indent="0" algn="ctr">
              <a:buNone/>
              <a:defRPr sz="4094"/>
            </a:lvl4pPr>
            <a:lvl5pPr marL="4679511" indent="0" algn="ctr">
              <a:buNone/>
              <a:defRPr sz="4094"/>
            </a:lvl5pPr>
            <a:lvl6pPr marL="5849389" indent="0" algn="ctr">
              <a:buNone/>
              <a:defRPr sz="4094"/>
            </a:lvl6pPr>
            <a:lvl7pPr marL="7019267" indent="0" algn="ctr">
              <a:buNone/>
              <a:defRPr sz="4094"/>
            </a:lvl7pPr>
            <a:lvl8pPr marL="8189145" indent="0" algn="ctr">
              <a:buNone/>
              <a:defRPr sz="4094"/>
            </a:lvl8pPr>
            <a:lvl9pPr marL="9359022" indent="0" algn="ctr">
              <a:buNone/>
              <a:defRPr sz="409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09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52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7" y="5708234"/>
            <a:ext cx="20182284" cy="9524312"/>
          </a:xfrm>
        </p:spPr>
        <p:txBody>
          <a:bodyPr anchor="b"/>
          <a:lstStyle>
            <a:lvl1pPr>
              <a:defRPr sz="1535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7" y="15322651"/>
            <a:ext cx="20182284" cy="5008611"/>
          </a:xfrm>
        </p:spPr>
        <p:txBody>
          <a:bodyPr/>
          <a:lstStyle>
            <a:lvl1pPr marL="0" indent="0">
              <a:buNone/>
              <a:defRPr sz="6141">
                <a:solidFill>
                  <a:schemeClr val="tx1"/>
                </a:solidFill>
              </a:defRPr>
            </a:lvl1pPr>
            <a:lvl2pPr marL="1169878" indent="0">
              <a:buNone/>
              <a:defRPr sz="5118">
                <a:solidFill>
                  <a:schemeClr val="tx1">
                    <a:tint val="75000"/>
                  </a:schemeClr>
                </a:solidFill>
              </a:defRPr>
            </a:lvl2pPr>
            <a:lvl3pPr marL="2339756" indent="0">
              <a:buNone/>
              <a:defRPr sz="4606">
                <a:solidFill>
                  <a:schemeClr val="tx1">
                    <a:tint val="75000"/>
                  </a:schemeClr>
                </a:solidFill>
              </a:defRPr>
            </a:lvl3pPr>
            <a:lvl4pPr marL="3509633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4pPr>
            <a:lvl5pPr marL="4679511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5pPr>
            <a:lvl6pPr marL="5849389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6pPr>
            <a:lvl7pPr marL="7019267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7pPr>
            <a:lvl8pPr marL="8189145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8pPr>
            <a:lvl9pPr marL="9359022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16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6095138"/>
            <a:ext cx="9944894" cy="1452762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6095138"/>
            <a:ext cx="9944894" cy="1452762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27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19032"/>
            <a:ext cx="20182284" cy="442560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3" y="5612827"/>
            <a:ext cx="9899190" cy="2750760"/>
          </a:xfrm>
        </p:spPr>
        <p:txBody>
          <a:bodyPr anchor="b"/>
          <a:lstStyle>
            <a:lvl1pPr marL="0" indent="0">
              <a:buNone/>
              <a:defRPr sz="6141" b="1"/>
            </a:lvl1pPr>
            <a:lvl2pPr marL="1169878" indent="0">
              <a:buNone/>
              <a:defRPr sz="5118" b="1"/>
            </a:lvl2pPr>
            <a:lvl3pPr marL="2339756" indent="0">
              <a:buNone/>
              <a:defRPr sz="4606" b="1"/>
            </a:lvl3pPr>
            <a:lvl4pPr marL="3509633" indent="0">
              <a:buNone/>
              <a:defRPr sz="4094" b="1"/>
            </a:lvl4pPr>
            <a:lvl5pPr marL="4679511" indent="0">
              <a:buNone/>
              <a:defRPr sz="4094" b="1"/>
            </a:lvl5pPr>
            <a:lvl6pPr marL="5849389" indent="0">
              <a:buNone/>
              <a:defRPr sz="4094" b="1"/>
            </a:lvl6pPr>
            <a:lvl7pPr marL="7019267" indent="0">
              <a:buNone/>
              <a:defRPr sz="4094" b="1"/>
            </a:lvl7pPr>
            <a:lvl8pPr marL="8189145" indent="0">
              <a:buNone/>
              <a:defRPr sz="4094" b="1"/>
            </a:lvl8pPr>
            <a:lvl9pPr marL="9359022" indent="0">
              <a:buNone/>
              <a:defRPr sz="409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3" y="8363589"/>
            <a:ext cx="9899190" cy="1230157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4" y="5612827"/>
            <a:ext cx="9947942" cy="2750760"/>
          </a:xfrm>
        </p:spPr>
        <p:txBody>
          <a:bodyPr anchor="b"/>
          <a:lstStyle>
            <a:lvl1pPr marL="0" indent="0">
              <a:buNone/>
              <a:defRPr sz="6141" b="1"/>
            </a:lvl1pPr>
            <a:lvl2pPr marL="1169878" indent="0">
              <a:buNone/>
              <a:defRPr sz="5118" b="1"/>
            </a:lvl2pPr>
            <a:lvl3pPr marL="2339756" indent="0">
              <a:buNone/>
              <a:defRPr sz="4606" b="1"/>
            </a:lvl3pPr>
            <a:lvl4pPr marL="3509633" indent="0">
              <a:buNone/>
              <a:defRPr sz="4094" b="1"/>
            </a:lvl4pPr>
            <a:lvl5pPr marL="4679511" indent="0">
              <a:buNone/>
              <a:defRPr sz="4094" b="1"/>
            </a:lvl5pPr>
            <a:lvl6pPr marL="5849389" indent="0">
              <a:buNone/>
              <a:defRPr sz="4094" b="1"/>
            </a:lvl6pPr>
            <a:lvl7pPr marL="7019267" indent="0">
              <a:buNone/>
              <a:defRPr sz="4094" b="1"/>
            </a:lvl7pPr>
            <a:lvl8pPr marL="8189145" indent="0">
              <a:buNone/>
              <a:defRPr sz="4094" b="1"/>
            </a:lvl8pPr>
            <a:lvl9pPr marL="9359022" indent="0">
              <a:buNone/>
              <a:defRPr sz="409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4" y="8363589"/>
            <a:ext cx="9947942" cy="1230157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1507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78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744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526434"/>
            <a:ext cx="7547028" cy="5342520"/>
          </a:xfrm>
        </p:spPr>
        <p:txBody>
          <a:bodyPr anchor="b"/>
          <a:lstStyle>
            <a:lvl1pPr>
              <a:defRPr sz="818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3" y="3296679"/>
            <a:ext cx="11846123" cy="16271365"/>
          </a:xfrm>
        </p:spPr>
        <p:txBody>
          <a:bodyPr/>
          <a:lstStyle>
            <a:lvl1pPr>
              <a:defRPr sz="8188"/>
            </a:lvl1pPr>
            <a:lvl2pPr>
              <a:defRPr sz="7164"/>
            </a:lvl2pPr>
            <a:lvl3pPr>
              <a:defRPr sz="6141"/>
            </a:lvl3pPr>
            <a:lvl4pPr>
              <a:defRPr sz="5118"/>
            </a:lvl4pPr>
            <a:lvl5pPr>
              <a:defRPr sz="5118"/>
            </a:lvl5pPr>
            <a:lvl6pPr>
              <a:defRPr sz="5118"/>
            </a:lvl6pPr>
            <a:lvl7pPr>
              <a:defRPr sz="5118"/>
            </a:lvl7pPr>
            <a:lvl8pPr>
              <a:defRPr sz="5118"/>
            </a:lvl8pPr>
            <a:lvl9pPr>
              <a:defRPr sz="511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6868955"/>
            <a:ext cx="7547028" cy="12725587"/>
          </a:xfrm>
        </p:spPr>
        <p:txBody>
          <a:bodyPr/>
          <a:lstStyle>
            <a:lvl1pPr marL="0" indent="0">
              <a:buNone/>
              <a:defRPr sz="4094"/>
            </a:lvl1pPr>
            <a:lvl2pPr marL="1169878" indent="0">
              <a:buNone/>
              <a:defRPr sz="3583"/>
            </a:lvl2pPr>
            <a:lvl3pPr marL="2339756" indent="0">
              <a:buNone/>
              <a:defRPr sz="3071"/>
            </a:lvl3pPr>
            <a:lvl4pPr marL="3509633" indent="0">
              <a:buNone/>
              <a:defRPr sz="2559"/>
            </a:lvl4pPr>
            <a:lvl5pPr marL="4679511" indent="0">
              <a:buNone/>
              <a:defRPr sz="2559"/>
            </a:lvl5pPr>
            <a:lvl6pPr marL="5849389" indent="0">
              <a:buNone/>
              <a:defRPr sz="2559"/>
            </a:lvl6pPr>
            <a:lvl7pPr marL="7019267" indent="0">
              <a:buNone/>
              <a:defRPr sz="2559"/>
            </a:lvl7pPr>
            <a:lvl8pPr marL="8189145" indent="0">
              <a:buNone/>
              <a:defRPr sz="2559"/>
            </a:lvl8pPr>
            <a:lvl9pPr marL="9359022" indent="0">
              <a:buNone/>
              <a:defRPr sz="255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81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526434"/>
            <a:ext cx="7547028" cy="5342520"/>
          </a:xfrm>
        </p:spPr>
        <p:txBody>
          <a:bodyPr anchor="b"/>
          <a:lstStyle>
            <a:lvl1pPr>
              <a:defRPr sz="818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3" y="3296679"/>
            <a:ext cx="11846123" cy="16271365"/>
          </a:xfrm>
        </p:spPr>
        <p:txBody>
          <a:bodyPr anchor="t"/>
          <a:lstStyle>
            <a:lvl1pPr marL="0" indent="0">
              <a:buNone/>
              <a:defRPr sz="8188"/>
            </a:lvl1pPr>
            <a:lvl2pPr marL="1169878" indent="0">
              <a:buNone/>
              <a:defRPr sz="7164"/>
            </a:lvl2pPr>
            <a:lvl3pPr marL="2339756" indent="0">
              <a:buNone/>
              <a:defRPr sz="6141"/>
            </a:lvl3pPr>
            <a:lvl4pPr marL="3509633" indent="0">
              <a:buNone/>
              <a:defRPr sz="5118"/>
            </a:lvl4pPr>
            <a:lvl5pPr marL="4679511" indent="0">
              <a:buNone/>
              <a:defRPr sz="5118"/>
            </a:lvl5pPr>
            <a:lvl6pPr marL="5849389" indent="0">
              <a:buNone/>
              <a:defRPr sz="5118"/>
            </a:lvl6pPr>
            <a:lvl7pPr marL="7019267" indent="0">
              <a:buNone/>
              <a:defRPr sz="5118"/>
            </a:lvl7pPr>
            <a:lvl8pPr marL="8189145" indent="0">
              <a:buNone/>
              <a:defRPr sz="5118"/>
            </a:lvl8pPr>
            <a:lvl9pPr marL="9359022" indent="0">
              <a:buNone/>
              <a:defRPr sz="511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6868955"/>
            <a:ext cx="7547028" cy="12725587"/>
          </a:xfrm>
        </p:spPr>
        <p:txBody>
          <a:bodyPr/>
          <a:lstStyle>
            <a:lvl1pPr marL="0" indent="0">
              <a:buNone/>
              <a:defRPr sz="4094"/>
            </a:lvl1pPr>
            <a:lvl2pPr marL="1169878" indent="0">
              <a:buNone/>
              <a:defRPr sz="3583"/>
            </a:lvl2pPr>
            <a:lvl3pPr marL="2339756" indent="0">
              <a:buNone/>
              <a:defRPr sz="3071"/>
            </a:lvl3pPr>
            <a:lvl4pPr marL="3509633" indent="0">
              <a:buNone/>
              <a:defRPr sz="2559"/>
            </a:lvl4pPr>
            <a:lvl5pPr marL="4679511" indent="0">
              <a:buNone/>
              <a:defRPr sz="2559"/>
            </a:lvl5pPr>
            <a:lvl6pPr marL="5849389" indent="0">
              <a:buNone/>
              <a:defRPr sz="2559"/>
            </a:lvl6pPr>
            <a:lvl7pPr marL="7019267" indent="0">
              <a:buNone/>
              <a:defRPr sz="2559"/>
            </a:lvl7pPr>
            <a:lvl8pPr marL="8189145" indent="0">
              <a:buNone/>
              <a:defRPr sz="2559"/>
            </a:lvl8pPr>
            <a:lvl9pPr marL="9359022" indent="0">
              <a:buNone/>
              <a:defRPr sz="255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354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46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9" y="1219028"/>
            <a:ext cx="5045571" cy="1940373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4" y="1219028"/>
            <a:ext cx="14844216" cy="1940373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379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1219032"/>
            <a:ext cx="20182284" cy="4425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6095138"/>
            <a:ext cx="20182284" cy="145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21221682"/>
            <a:ext cx="5264944" cy="1219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14E3F-99C5-4BBF-8B88-6174290AF5BF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21221682"/>
            <a:ext cx="7897416" cy="1219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21221682"/>
            <a:ext cx="5264944" cy="1219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8893A-2F30-4C60-A3D3-EAF0A02072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21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2339756" rtl="0" eaLnBrk="1" latinLnBrk="0" hangingPunct="1">
        <a:lnSpc>
          <a:spcPct val="90000"/>
        </a:lnSpc>
        <a:spcBef>
          <a:spcPct val="0"/>
        </a:spcBef>
        <a:buNone/>
        <a:defRPr kumimoji="1" sz="112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4938" indent="-584938" algn="l" defTabSz="2339756" rtl="0" eaLnBrk="1" latinLnBrk="0" hangingPunct="1">
        <a:lnSpc>
          <a:spcPct val="90000"/>
        </a:lnSpc>
        <a:spcBef>
          <a:spcPts val="2559"/>
        </a:spcBef>
        <a:buFont typeface="Arial" panose="020B0604020202020204" pitchFamily="34" charset="0"/>
        <a:buChar char="•"/>
        <a:defRPr kumimoji="1" sz="7164" kern="1200">
          <a:solidFill>
            <a:schemeClr val="tx1"/>
          </a:solidFill>
          <a:latin typeface="+mn-lt"/>
          <a:ea typeface="+mn-ea"/>
          <a:cs typeface="+mn-cs"/>
        </a:defRPr>
      </a:lvl1pPr>
      <a:lvl2pPr marL="1754817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6141" kern="1200">
          <a:solidFill>
            <a:schemeClr val="tx1"/>
          </a:solidFill>
          <a:latin typeface="+mn-lt"/>
          <a:ea typeface="+mn-ea"/>
          <a:cs typeface="+mn-cs"/>
        </a:defRPr>
      </a:lvl2pPr>
      <a:lvl3pPr marL="2924695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5118" kern="1200">
          <a:solidFill>
            <a:schemeClr val="tx1"/>
          </a:solidFill>
          <a:latin typeface="+mn-lt"/>
          <a:ea typeface="+mn-ea"/>
          <a:cs typeface="+mn-cs"/>
        </a:defRPr>
      </a:lvl3pPr>
      <a:lvl4pPr marL="4094572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5264451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6434328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604205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774084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943962" indent="-584938" algn="l" defTabSz="2339756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1pPr>
      <a:lvl2pPr marL="1169878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2pPr>
      <a:lvl3pPr marL="2339756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3pPr>
      <a:lvl4pPr marL="3509633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4679511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5849389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019267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189145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359022" algn="l" defTabSz="2339756" rtl="0" eaLnBrk="1" latinLnBrk="0" hangingPunct="1">
        <a:defRPr kumimoji="1" sz="4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523F5-F2D3-B451-BFB3-A508CFCB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5D14BF1-1D78-3CC0-EF96-78BF944A3153}"/>
              </a:ext>
            </a:extLst>
          </p:cNvPr>
          <p:cNvSpPr/>
          <p:nvPr/>
        </p:nvSpPr>
        <p:spPr>
          <a:xfrm>
            <a:off x="2218723" y="3687356"/>
            <a:ext cx="2056899" cy="894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ログイン画面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D2D4962-ACDC-E5AE-4B45-352A44B65D15}"/>
              </a:ext>
            </a:extLst>
          </p:cNvPr>
          <p:cNvSpPr/>
          <p:nvPr/>
        </p:nvSpPr>
        <p:spPr>
          <a:xfrm>
            <a:off x="6903175" y="3687358"/>
            <a:ext cx="2056899" cy="894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ファイル検索画面</a:t>
            </a:r>
          </a:p>
        </p:txBody>
      </p:sp>
      <p:sp>
        <p:nvSpPr>
          <p:cNvPr id="4" name="ひし形 3">
            <a:extLst>
              <a:ext uri="{FF2B5EF4-FFF2-40B4-BE49-F238E27FC236}">
                <a16:creationId xmlns:a16="http://schemas.microsoft.com/office/drawing/2014/main" id="{21AE8B94-4BBD-6A03-9CD3-BDD7FEE6E16C}"/>
              </a:ext>
            </a:extLst>
          </p:cNvPr>
          <p:cNvSpPr/>
          <p:nvPr/>
        </p:nvSpPr>
        <p:spPr>
          <a:xfrm>
            <a:off x="5408325" y="3981201"/>
            <a:ext cx="281067" cy="30662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143B4591-B149-4253-1F71-6E02D30625CC}"/>
              </a:ext>
            </a:extLst>
          </p:cNvPr>
          <p:cNvCxnSpPr>
            <a:stCxn id="4" idx="0"/>
            <a:endCxn id="2" idx="0"/>
          </p:cNvCxnSpPr>
          <p:nvPr/>
        </p:nvCxnSpPr>
        <p:spPr>
          <a:xfrm rot="16200000" flipV="1">
            <a:off x="4251095" y="2683434"/>
            <a:ext cx="293843" cy="2301685"/>
          </a:xfrm>
          <a:prstGeom prst="bentConnector3">
            <a:avLst>
              <a:gd name="adj1" fmla="val 23456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51B3858C-ECEC-87A0-617E-48C1D384C49B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4275619" y="4134502"/>
            <a:ext cx="1132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0A4A6295-E64E-3FB5-975F-FC6EC2EC2FE6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5689390" y="4134502"/>
            <a:ext cx="1213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E24CC0-8EAC-8FB7-90F3-BC77642D3E1E}"/>
              </a:ext>
            </a:extLst>
          </p:cNvPr>
          <p:cNvSpPr txBox="1"/>
          <p:nvPr/>
        </p:nvSpPr>
        <p:spPr>
          <a:xfrm>
            <a:off x="3638108" y="3004507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ログイン失敗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D81C8F-BE9A-8358-D80B-18F811F6B642}"/>
              </a:ext>
            </a:extLst>
          </p:cNvPr>
          <p:cNvSpPr txBox="1"/>
          <p:nvPr/>
        </p:nvSpPr>
        <p:spPr>
          <a:xfrm>
            <a:off x="4479345" y="3632134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ログイン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446B41A-814C-5161-314D-84CC8C2021B6}"/>
              </a:ext>
            </a:extLst>
          </p:cNvPr>
          <p:cNvSpPr txBox="1"/>
          <p:nvPr/>
        </p:nvSpPr>
        <p:spPr>
          <a:xfrm>
            <a:off x="5630533" y="3843044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ログイン成功</a:t>
            </a: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75543F32-98FA-0606-DE3F-DF645CCB5834}"/>
              </a:ext>
            </a:extLst>
          </p:cNvPr>
          <p:cNvCxnSpPr>
            <a:cxnSpLocks/>
            <a:stCxn id="3" idx="3"/>
            <a:endCxn id="3" idx="0"/>
          </p:cNvCxnSpPr>
          <p:nvPr/>
        </p:nvCxnSpPr>
        <p:spPr>
          <a:xfrm flipH="1" flipV="1">
            <a:off x="7931629" y="3687351"/>
            <a:ext cx="1028449" cy="447154"/>
          </a:xfrm>
          <a:prstGeom prst="bentConnector4">
            <a:avLst>
              <a:gd name="adj1" fmla="val -18634"/>
              <a:gd name="adj2" fmla="val 1862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3E91225-19F8-9F2F-6428-0F9638D988C5}"/>
              </a:ext>
            </a:extLst>
          </p:cNvPr>
          <p:cNvSpPr txBox="1"/>
          <p:nvPr/>
        </p:nvSpPr>
        <p:spPr>
          <a:xfrm>
            <a:off x="7931624" y="3004281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検索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9CDE2D2-C669-8901-C452-5BDC0C580D63}"/>
              </a:ext>
            </a:extLst>
          </p:cNvPr>
          <p:cNvCxnSpPr/>
          <p:nvPr/>
        </p:nvCxnSpPr>
        <p:spPr>
          <a:xfrm>
            <a:off x="4275617" y="4134502"/>
            <a:ext cx="14223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3D2D727-63CA-973F-675E-D8FE69E32F0C}"/>
              </a:ext>
            </a:extLst>
          </p:cNvPr>
          <p:cNvCxnSpPr/>
          <p:nvPr/>
        </p:nvCxnSpPr>
        <p:spPr>
          <a:xfrm>
            <a:off x="5979058" y="4134502"/>
            <a:ext cx="1281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B8905EC-32DE-BE09-02AF-C0853765782A}"/>
              </a:ext>
            </a:extLst>
          </p:cNvPr>
          <p:cNvSpPr/>
          <p:nvPr/>
        </p:nvSpPr>
        <p:spPr>
          <a:xfrm>
            <a:off x="6903174" y="6069327"/>
            <a:ext cx="2056899" cy="91245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メニュー画面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5698EC6-FEE6-489E-C64A-B2EE31E01F61}"/>
              </a:ext>
            </a:extLst>
          </p:cNvPr>
          <p:cNvCxnSpPr>
            <a:cxnSpLocks/>
          </p:cNvCxnSpPr>
          <p:nvPr/>
        </p:nvCxnSpPr>
        <p:spPr>
          <a:xfrm>
            <a:off x="7663323" y="4581662"/>
            <a:ext cx="0" cy="1474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1D1F09A-3154-A36A-B331-2B4BF67B05AF}"/>
              </a:ext>
            </a:extLst>
          </p:cNvPr>
          <p:cNvSpPr txBox="1"/>
          <p:nvPr/>
        </p:nvSpPr>
        <p:spPr>
          <a:xfrm>
            <a:off x="5985386" y="5485216"/>
            <a:ext cx="1835582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メニューボタンを押して表示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A1FFB08-B0EA-3E32-E05E-24BB4597A9FD}"/>
              </a:ext>
            </a:extLst>
          </p:cNvPr>
          <p:cNvCxnSpPr>
            <a:cxnSpLocks/>
          </p:cNvCxnSpPr>
          <p:nvPr/>
        </p:nvCxnSpPr>
        <p:spPr>
          <a:xfrm flipV="1">
            <a:off x="8302114" y="4581662"/>
            <a:ext cx="0" cy="147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ABBC3AD1-A6B1-D637-6A99-EF48BC0BC573}"/>
              </a:ext>
            </a:extLst>
          </p:cNvPr>
          <p:cNvCxnSpPr>
            <a:cxnSpLocks/>
            <a:stCxn id="15" idx="1"/>
            <a:endCxn id="2" idx="2"/>
          </p:cNvCxnSpPr>
          <p:nvPr/>
        </p:nvCxnSpPr>
        <p:spPr>
          <a:xfrm rot="10800000">
            <a:off x="3247169" y="4581657"/>
            <a:ext cx="3656002" cy="19438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3A5A50D-8990-45D3-9701-CC105E02E732}"/>
              </a:ext>
            </a:extLst>
          </p:cNvPr>
          <p:cNvSpPr txBox="1"/>
          <p:nvPr/>
        </p:nvSpPr>
        <p:spPr>
          <a:xfrm>
            <a:off x="8293326" y="4644126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ファイル検索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E95A4755-019B-C8A8-DBCA-794A962221BB}"/>
              </a:ext>
            </a:extLst>
          </p:cNvPr>
          <p:cNvSpPr/>
          <p:nvPr/>
        </p:nvSpPr>
        <p:spPr>
          <a:xfrm>
            <a:off x="12469656" y="6069330"/>
            <a:ext cx="2056899" cy="894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ファイル管理画面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0B0F274-6F79-8FC9-5E6D-74C6CF395780}"/>
              </a:ext>
            </a:extLst>
          </p:cNvPr>
          <p:cNvSpPr txBox="1"/>
          <p:nvPr/>
        </p:nvSpPr>
        <p:spPr>
          <a:xfrm>
            <a:off x="11091919" y="6001578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ファイル管理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DD717B8-E314-8141-FD6F-0012E746157D}"/>
              </a:ext>
            </a:extLst>
          </p:cNvPr>
          <p:cNvSpPr/>
          <p:nvPr/>
        </p:nvSpPr>
        <p:spPr>
          <a:xfrm>
            <a:off x="15550062" y="6069330"/>
            <a:ext cx="2056899" cy="894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ファイル登録画面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55DFED9-0213-1F27-8FA9-3E571BDC8534}"/>
              </a:ext>
            </a:extLst>
          </p:cNvPr>
          <p:cNvSpPr txBox="1"/>
          <p:nvPr/>
        </p:nvSpPr>
        <p:spPr>
          <a:xfrm>
            <a:off x="14928013" y="5964217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28" name="ひし形 27">
            <a:extLst>
              <a:ext uri="{FF2B5EF4-FFF2-40B4-BE49-F238E27FC236}">
                <a16:creationId xmlns:a16="http://schemas.microsoft.com/office/drawing/2014/main" id="{B2F65D94-117E-4A52-E7E6-A5DB723B078B}"/>
              </a:ext>
            </a:extLst>
          </p:cNvPr>
          <p:cNvSpPr/>
          <p:nvPr/>
        </p:nvSpPr>
        <p:spPr>
          <a:xfrm>
            <a:off x="18846633" y="6591011"/>
            <a:ext cx="281067" cy="30662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B2193C8-A22C-2D21-3ED3-2213187ADE9D}"/>
              </a:ext>
            </a:extLst>
          </p:cNvPr>
          <p:cNvCxnSpPr>
            <a:cxnSpLocks/>
          </p:cNvCxnSpPr>
          <p:nvPr/>
        </p:nvCxnSpPr>
        <p:spPr>
          <a:xfrm>
            <a:off x="17605209" y="6743988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1E2FD80F-6461-917C-66BC-1D5F8FD356FA}"/>
              </a:ext>
            </a:extLst>
          </p:cNvPr>
          <p:cNvCxnSpPr>
            <a:cxnSpLocks/>
            <a:stCxn id="28" idx="0"/>
            <a:endCxn id="24" idx="0"/>
          </p:cNvCxnSpPr>
          <p:nvPr/>
        </p:nvCxnSpPr>
        <p:spPr>
          <a:xfrm rot="16200000" flipV="1">
            <a:off x="17521997" y="5125839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47CF2A5-DAD7-8F96-7747-A3C48FD547D8}"/>
              </a:ext>
            </a:extLst>
          </p:cNvPr>
          <p:cNvSpPr txBox="1"/>
          <p:nvPr/>
        </p:nvSpPr>
        <p:spPr>
          <a:xfrm>
            <a:off x="17898354" y="6434655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2F1ACC6-080B-0788-2121-28CCE92B3261}"/>
              </a:ext>
            </a:extLst>
          </p:cNvPr>
          <p:cNvSpPr txBox="1"/>
          <p:nvPr/>
        </p:nvSpPr>
        <p:spPr>
          <a:xfrm>
            <a:off x="18159016" y="545840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登録失敗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6E649722-72BD-F6BD-71C6-25D6E47DDE42}"/>
              </a:ext>
            </a:extLst>
          </p:cNvPr>
          <p:cNvSpPr txBox="1"/>
          <p:nvPr/>
        </p:nvSpPr>
        <p:spPr>
          <a:xfrm>
            <a:off x="3321229" y="4634207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ログアウト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96009-F1E4-477E-5508-3ABD6670E90C}"/>
              </a:ext>
            </a:extLst>
          </p:cNvPr>
          <p:cNvSpPr txBox="1"/>
          <p:nvPr/>
        </p:nvSpPr>
        <p:spPr>
          <a:xfrm>
            <a:off x="8960072" y="5974359"/>
            <a:ext cx="1835582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メニューボタンを押して表示</a:t>
            </a: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01AC1CEC-BC50-5A5A-A940-F80FA6FFCD53}"/>
              </a:ext>
            </a:extLst>
          </p:cNvPr>
          <p:cNvCxnSpPr>
            <a:stCxn id="15" idx="3"/>
            <a:endCxn id="22" idx="1"/>
          </p:cNvCxnSpPr>
          <p:nvPr/>
        </p:nvCxnSpPr>
        <p:spPr>
          <a:xfrm flipV="1">
            <a:off x="8960071" y="6516479"/>
            <a:ext cx="3509585" cy="90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CD4DDB77-C11F-DEB3-4C4D-C55FD0C677EF}"/>
              </a:ext>
            </a:extLst>
          </p:cNvPr>
          <p:cNvSpPr/>
          <p:nvPr/>
        </p:nvSpPr>
        <p:spPr>
          <a:xfrm>
            <a:off x="15591607" y="10246926"/>
            <a:ext cx="2056899" cy="894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10" dirty="0"/>
              <a:t>パスワード変更画面</a:t>
            </a:r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651F9CCD-3C22-EC29-5CBB-979384BC7B00}"/>
              </a:ext>
            </a:extLst>
          </p:cNvPr>
          <p:cNvCxnSpPr>
            <a:cxnSpLocks/>
            <a:stCxn id="65" idx="2"/>
            <a:endCxn id="21" idx="1"/>
          </p:cNvCxnSpPr>
          <p:nvPr/>
        </p:nvCxnSpPr>
        <p:spPr>
          <a:xfrm rot="16200000" flipH="1">
            <a:off x="10653414" y="5755884"/>
            <a:ext cx="4162643" cy="57137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BC7771E-AAE5-9ADF-39EE-C209CDA9E763}"/>
              </a:ext>
            </a:extLst>
          </p:cNvPr>
          <p:cNvSpPr txBox="1"/>
          <p:nvPr/>
        </p:nvSpPr>
        <p:spPr>
          <a:xfrm>
            <a:off x="13832639" y="10170962"/>
            <a:ext cx="1817007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パスワード変更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A6E0B901-1131-AE51-827B-92616A24A7F0}"/>
              </a:ext>
            </a:extLst>
          </p:cNvPr>
          <p:cNvCxnSpPr>
            <a:cxnSpLocks/>
          </p:cNvCxnSpPr>
          <p:nvPr/>
        </p:nvCxnSpPr>
        <p:spPr>
          <a:xfrm rot="5400000">
            <a:off x="16209645" y="4174531"/>
            <a:ext cx="65999" cy="5489065"/>
          </a:xfrm>
          <a:prstGeom prst="bentConnector3">
            <a:avLst>
              <a:gd name="adj1" fmla="val 39036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2E7DDA4E-68B0-9222-A077-0EA0D2D159D3}"/>
              </a:ext>
            </a:extLst>
          </p:cNvPr>
          <p:cNvSpPr/>
          <p:nvPr/>
        </p:nvSpPr>
        <p:spPr>
          <a:xfrm>
            <a:off x="15614357" y="7881160"/>
            <a:ext cx="2056899" cy="894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ファイル更新画面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C1A8E50-CE84-095C-FC49-6BCB4E08FEA8}"/>
              </a:ext>
            </a:extLst>
          </p:cNvPr>
          <p:cNvSpPr txBox="1"/>
          <p:nvPr/>
        </p:nvSpPr>
        <p:spPr>
          <a:xfrm>
            <a:off x="14992311" y="7776049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DE36A04E-17C3-60B0-2CA2-04F8E67EEC80}"/>
              </a:ext>
            </a:extLst>
          </p:cNvPr>
          <p:cNvCxnSpPr>
            <a:cxnSpLocks/>
            <a:endCxn id="58" idx="0"/>
          </p:cNvCxnSpPr>
          <p:nvPr/>
        </p:nvCxnSpPr>
        <p:spPr>
          <a:xfrm rot="16200000" flipV="1">
            <a:off x="17586294" y="6937671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7946E52-2B91-18EB-3A7E-51ED17639ED2}"/>
              </a:ext>
            </a:extLst>
          </p:cNvPr>
          <p:cNvSpPr txBox="1"/>
          <p:nvPr/>
        </p:nvSpPr>
        <p:spPr>
          <a:xfrm>
            <a:off x="17938205" y="8252822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DD600C4-3383-0BA0-AC86-E575B2074F7A}"/>
              </a:ext>
            </a:extLst>
          </p:cNvPr>
          <p:cNvSpPr txBox="1"/>
          <p:nvPr/>
        </p:nvSpPr>
        <p:spPr>
          <a:xfrm>
            <a:off x="19051464" y="8709456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23E2C32-E10B-20CB-C2A9-106775A1521F}"/>
              </a:ext>
            </a:extLst>
          </p:cNvPr>
          <p:cNvSpPr txBox="1"/>
          <p:nvPr/>
        </p:nvSpPr>
        <p:spPr>
          <a:xfrm>
            <a:off x="18159016" y="7204242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更新失敗</a:t>
            </a: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21D39889-73FF-5D20-8705-381FD645B2B6}"/>
              </a:ext>
            </a:extLst>
          </p:cNvPr>
          <p:cNvCxnSpPr>
            <a:cxnSpLocks/>
          </p:cNvCxnSpPr>
          <p:nvPr/>
        </p:nvCxnSpPr>
        <p:spPr>
          <a:xfrm rot="5400000" flipH="1">
            <a:off x="15111085" y="4624556"/>
            <a:ext cx="1565900" cy="6314861"/>
          </a:xfrm>
          <a:prstGeom prst="bentConnector4">
            <a:avLst>
              <a:gd name="adj1" fmla="val -29861"/>
              <a:gd name="adj2" fmla="val 10015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コネクタ: カギ線 66">
            <a:extLst>
              <a:ext uri="{FF2B5EF4-FFF2-40B4-BE49-F238E27FC236}">
                <a16:creationId xmlns:a16="http://schemas.microsoft.com/office/drawing/2014/main" id="{7E3D02C5-92AF-C665-E283-D2155FB22B34}"/>
              </a:ext>
            </a:extLst>
          </p:cNvPr>
          <p:cNvCxnSpPr>
            <a:cxnSpLocks/>
          </p:cNvCxnSpPr>
          <p:nvPr/>
        </p:nvCxnSpPr>
        <p:spPr>
          <a:xfrm>
            <a:off x="13196492" y="6979603"/>
            <a:ext cx="2313080" cy="1423247"/>
          </a:xfrm>
          <a:prstGeom prst="bentConnector3">
            <a:avLst>
              <a:gd name="adj1" fmla="val -55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ひし形 67">
            <a:extLst>
              <a:ext uri="{FF2B5EF4-FFF2-40B4-BE49-F238E27FC236}">
                <a16:creationId xmlns:a16="http://schemas.microsoft.com/office/drawing/2014/main" id="{8FAA73BE-1812-F9F2-5F90-7C67941607C5}"/>
              </a:ext>
            </a:extLst>
          </p:cNvPr>
          <p:cNvSpPr/>
          <p:nvPr/>
        </p:nvSpPr>
        <p:spPr>
          <a:xfrm>
            <a:off x="18910929" y="8402844"/>
            <a:ext cx="281067" cy="30662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8F49CE6F-C9D9-6134-E772-AAB06E4B1F9C}"/>
              </a:ext>
            </a:extLst>
          </p:cNvPr>
          <p:cNvCxnSpPr>
            <a:cxnSpLocks/>
          </p:cNvCxnSpPr>
          <p:nvPr/>
        </p:nvCxnSpPr>
        <p:spPr>
          <a:xfrm>
            <a:off x="17669504" y="8555821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コネクタ: カギ線 70">
            <a:extLst>
              <a:ext uri="{FF2B5EF4-FFF2-40B4-BE49-F238E27FC236}">
                <a16:creationId xmlns:a16="http://schemas.microsoft.com/office/drawing/2014/main" id="{82F7B50F-B0E5-98DC-AB29-58373262BEC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546441" y="9327568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E271C3A-5F23-2D2D-16F2-B4240E91540D}"/>
              </a:ext>
            </a:extLst>
          </p:cNvPr>
          <p:cNvSpPr txBox="1"/>
          <p:nvPr/>
        </p:nvSpPr>
        <p:spPr>
          <a:xfrm>
            <a:off x="17898354" y="10642720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2A3B9FB-1E2D-0EDF-F274-2AAC6D2C76F9}"/>
              </a:ext>
            </a:extLst>
          </p:cNvPr>
          <p:cNvSpPr txBox="1"/>
          <p:nvPr/>
        </p:nvSpPr>
        <p:spPr>
          <a:xfrm>
            <a:off x="18119167" y="9594141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更新失敗</a:t>
            </a:r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9D597FAF-4516-B5BA-37F5-5610FD8FAC9F}"/>
              </a:ext>
            </a:extLst>
          </p:cNvPr>
          <p:cNvCxnSpPr>
            <a:cxnSpLocks/>
            <a:stCxn id="75" idx="3"/>
          </p:cNvCxnSpPr>
          <p:nvPr/>
        </p:nvCxnSpPr>
        <p:spPr>
          <a:xfrm flipH="1" flipV="1">
            <a:off x="9002770" y="4287816"/>
            <a:ext cx="10149381" cy="6658236"/>
          </a:xfrm>
          <a:prstGeom prst="bentConnector3">
            <a:avLst>
              <a:gd name="adj1" fmla="val -944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5" name="ひし形 74">
            <a:extLst>
              <a:ext uri="{FF2B5EF4-FFF2-40B4-BE49-F238E27FC236}">
                <a16:creationId xmlns:a16="http://schemas.microsoft.com/office/drawing/2014/main" id="{0C5A7D0F-4CC0-FC1D-C612-E8185972756E}"/>
              </a:ext>
            </a:extLst>
          </p:cNvPr>
          <p:cNvSpPr/>
          <p:nvPr/>
        </p:nvSpPr>
        <p:spPr>
          <a:xfrm>
            <a:off x="18871079" y="10792745"/>
            <a:ext cx="281067" cy="30662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852F6D8E-40C8-0D98-46BC-97CF92E95960}"/>
              </a:ext>
            </a:extLst>
          </p:cNvPr>
          <p:cNvCxnSpPr>
            <a:cxnSpLocks/>
          </p:cNvCxnSpPr>
          <p:nvPr/>
        </p:nvCxnSpPr>
        <p:spPr>
          <a:xfrm>
            <a:off x="17629653" y="10945719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8791BAC3-8C15-77B4-2165-DF0389DDC2B2}"/>
              </a:ext>
            </a:extLst>
          </p:cNvPr>
          <p:cNvSpPr txBox="1"/>
          <p:nvPr/>
        </p:nvSpPr>
        <p:spPr>
          <a:xfrm>
            <a:off x="20105451" y="1061247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87D0073D-69A9-593F-C732-B33851EFBC11}"/>
              </a:ext>
            </a:extLst>
          </p:cNvPr>
          <p:cNvSpPr/>
          <p:nvPr/>
        </p:nvSpPr>
        <p:spPr>
          <a:xfrm>
            <a:off x="17004053" y="2669107"/>
            <a:ext cx="4247300" cy="1027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532" dirty="0"/>
              <a:t>一般権限</a:t>
            </a:r>
          </a:p>
        </p:txBody>
      </p:sp>
      <p:cxnSp>
        <p:nvCxnSpPr>
          <p:cNvPr id="92" name="コネクタ: カギ線 91">
            <a:extLst>
              <a:ext uri="{FF2B5EF4-FFF2-40B4-BE49-F238E27FC236}">
                <a16:creationId xmlns:a16="http://schemas.microsoft.com/office/drawing/2014/main" id="{494C1BB3-051E-7A1D-14A4-A0BCEDCEA86A}"/>
              </a:ext>
            </a:extLst>
          </p:cNvPr>
          <p:cNvCxnSpPr>
            <a:cxnSpLocks/>
          </p:cNvCxnSpPr>
          <p:nvPr/>
        </p:nvCxnSpPr>
        <p:spPr>
          <a:xfrm flipH="1" flipV="1">
            <a:off x="13498110" y="6079116"/>
            <a:ext cx="1028449" cy="447154"/>
          </a:xfrm>
          <a:prstGeom prst="bentConnector4">
            <a:avLst>
              <a:gd name="adj1" fmla="val -18634"/>
              <a:gd name="adj2" fmla="val 1862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51E23440-993C-C8E0-C0DC-9DE4619D4805}"/>
              </a:ext>
            </a:extLst>
          </p:cNvPr>
          <p:cNvSpPr txBox="1"/>
          <p:nvPr/>
        </p:nvSpPr>
        <p:spPr>
          <a:xfrm>
            <a:off x="13514332" y="5289272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検索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0010AEE0-D89E-8E1D-397C-C239A24FFA6F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4526552" y="6516472"/>
            <a:ext cx="10235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6" name="テキスト ボックス 185">
            <a:extLst>
              <a:ext uri="{FF2B5EF4-FFF2-40B4-BE49-F238E27FC236}">
                <a16:creationId xmlns:a16="http://schemas.microsoft.com/office/drawing/2014/main" id="{9692A6D7-B0AB-44C1-6CA9-128A59E9B118}"/>
              </a:ext>
            </a:extLst>
          </p:cNvPr>
          <p:cNvSpPr txBox="1"/>
          <p:nvPr/>
        </p:nvSpPr>
        <p:spPr>
          <a:xfrm>
            <a:off x="20105451" y="3104020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</p:spTree>
    <p:extLst>
      <p:ext uri="{BB962C8B-B14F-4D97-AF65-F5344CB8AC3E}">
        <p14:creationId xmlns:p14="http://schemas.microsoft.com/office/powerpoint/2010/main" val="355014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9B10-5CBC-D8E5-307D-6DD7A069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679A0D5-3CFA-FBC2-2D31-A8A119F6EA34}"/>
              </a:ext>
            </a:extLst>
          </p:cNvPr>
          <p:cNvSpPr/>
          <p:nvPr/>
        </p:nvSpPr>
        <p:spPr>
          <a:xfrm>
            <a:off x="2218723" y="3687356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ログイン画面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324CF0C-2209-0982-D632-67EA0D5121C7}"/>
              </a:ext>
            </a:extLst>
          </p:cNvPr>
          <p:cNvSpPr/>
          <p:nvPr/>
        </p:nvSpPr>
        <p:spPr>
          <a:xfrm>
            <a:off x="6903175" y="3687361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ファイル検索画面</a:t>
            </a:r>
          </a:p>
        </p:txBody>
      </p:sp>
      <p:sp>
        <p:nvSpPr>
          <p:cNvPr id="5" name="ひし形 4">
            <a:extLst>
              <a:ext uri="{FF2B5EF4-FFF2-40B4-BE49-F238E27FC236}">
                <a16:creationId xmlns:a16="http://schemas.microsoft.com/office/drawing/2014/main" id="{D8B86861-27BB-94FC-1702-81A91B76BD52}"/>
              </a:ext>
            </a:extLst>
          </p:cNvPr>
          <p:cNvSpPr/>
          <p:nvPr/>
        </p:nvSpPr>
        <p:spPr>
          <a:xfrm>
            <a:off x="5408325" y="3981204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48B0FE8A-BB67-BF6E-7CAB-5EE08558EA0F}"/>
              </a:ext>
            </a:extLst>
          </p:cNvPr>
          <p:cNvCxnSpPr>
            <a:stCxn id="5" idx="0"/>
            <a:endCxn id="2" idx="0"/>
          </p:cNvCxnSpPr>
          <p:nvPr/>
        </p:nvCxnSpPr>
        <p:spPr>
          <a:xfrm rot="16200000" flipV="1">
            <a:off x="4251095" y="2683434"/>
            <a:ext cx="293843" cy="2301685"/>
          </a:xfrm>
          <a:prstGeom prst="bentConnector3">
            <a:avLst>
              <a:gd name="adj1" fmla="val 2345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2B4C7F0-B01C-BA4E-3FE8-EA2A8A7350E2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4275619" y="4134502"/>
            <a:ext cx="1132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58BFF0E4-51C0-6B28-2CF9-931CC260833F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5689390" y="4134502"/>
            <a:ext cx="1213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2F9C52E-DD06-9156-42B5-E8FBAF19D82C}"/>
              </a:ext>
            </a:extLst>
          </p:cNvPr>
          <p:cNvSpPr txBox="1"/>
          <p:nvPr/>
        </p:nvSpPr>
        <p:spPr>
          <a:xfrm>
            <a:off x="3638108" y="3004507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ログイン失敗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6F62FD7-4656-4F08-692C-3FFEBF60DBF1}"/>
              </a:ext>
            </a:extLst>
          </p:cNvPr>
          <p:cNvSpPr txBox="1"/>
          <p:nvPr/>
        </p:nvSpPr>
        <p:spPr>
          <a:xfrm>
            <a:off x="4479345" y="3632134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ログイン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677403F-EF67-F8F0-F39E-8C4F74233094}"/>
              </a:ext>
            </a:extLst>
          </p:cNvPr>
          <p:cNvSpPr txBox="1"/>
          <p:nvPr/>
        </p:nvSpPr>
        <p:spPr>
          <a:xfrm>
            <a:off x="5630533" y="3843044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ログイン成功</a:t>
            </a:r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23218321-192E-D174-8151-921CF9D5F8BA}"/>
              </a:ext>
            </a:extLst>
          </p:cNvPr>
          <p:cNvCxnSpPr>
            <a:cxnSpLocks/>
            <a:stCxn id="4" idx="3"/>
            <a:endCxn id="4" idx="0"/>
          </p:cNvCxnSpPr>
          <p:nvPr/>
        </p:nvCxnSpPr>
        <p:spPr>
          <a:xfrm flipH="1" flipV="1">
            <a:off x="7931629" y="3687351"/>
            <a:ext cx="1028449" cy="447154"/>
          </a:xfrm>
          <a:prstGeom prst="bentConnector4">
            <a:avLst>
              <a:gd name="adj1" fmla="val -18634"/>
              <a:gd name="adj2" fmla="val 1862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8CEFE8CF-CC38-EE0B-0912-FF95A644CADB}"/>
              </a:ext>
            </a:extLst>
          </p:cNvPr>
          <p:cNvSpPr/>
          <p:nvPr/>
        </p:nvSpPr>
        <p:spPr>
          <a:xfrm>
            <a:off x="12469657" y="9926276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所属管理画面</a:t>
            </a:r>
          </a:p>
        </p:txBody>
      </p: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C74C3136-5ECF-AD2E-8D41-03D6A10F0A96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8960072" y="6516182"/>
            <a:ext cx="3509585" cy="38572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61763DD9-F0F9-E23B-4BB8-73295541D407}"/>
              </a:ext>
            </a:extLst>
          </p:cNvPr>
          <p:cNvSpPr txBox="1"/>
          <p:nvPr/>
        </p:nvSpPr>
        <p:spPr>
          <a:xfrm>
            <a:off x="11091919" y="13583171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役職管理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25DA65D5-EEB8-E51F-87E7-BA9564B365EA}"/>
              </a:ext>
            </a:extLst>
          </p:cNvPr>
          <p:cNvSpPr txBox="1"/>
          <p:nvPr/>
        </p:nvSpPr>
        <p:spPr>
          <a:xfrm>
            <a:off x="11091919" y="9858527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所属管理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56C7FD3F-C9ED-9159-E31D-57FC3ABFCA37}"/>
              </a:ext>
            </a:extLst>
          </p:cNvPr>
          <p:cNvSpPr txBox="1"/>
          <p:nvPr/>
        </p:nvSpPr>
        <p:spPr>
          <a:xfrm>
            <a:off x="7931624" y="3004281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検索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3F4F11C9-34B2-D9B3-5180-1EDC8E39E0BB}"/>
              </a:ext>
            </a:extLst>
          </p:cNvPr>
          <p:cNvSpPr/>
          <p:nvPr/>
        </p:nvSpPr>
        <p:spPr>
          <a:xfrm>
            <a:off x="15550062" y="9926276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所属登録画面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12EBD3A7-FA21-BBAE-35DD-5E701A36714A}"/>
              </a:ext>
            </a:extLst>
          </p:cNvPr>
          <p:cNvSpPr txBox="1"/>
          <p:nvPr/>
        </p:nvSpPr>
        <p:spPr>
          <a:xfrm>
            <a:off x="14928013" y="9821163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127" name="ひし形 126">
            <a:extLst>
              <a:ext uri="{FF2B5EF4-FFF2-40B4-BE49-F238E27FC236}">
                <a16:creationId xmlns:a16="http://schemas.microsoft.com/office/drawing/2014/main" id="{156E3ECD-1266-7695-12B2-CD4EC93B327B}"/>
              </a:ext>
            </a:extLst>
          </p:cNvPr>
          <p:cNvSpPr/>
          <p:nvPr/>
        </p:nvSpPr>
        <p:spPr>
          <a:xfrm>
            <a:off x="18846633" y="10447958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B28EB51-BF2B-4679-09E8-4252BFE0308A}"/>
              </a:ext>
            </a:extLst>
          </p:cNvPr>
          <p:cNvCxnSpPr>
            <a:cxnSpLocks/>
          </p:cNvCxnSpPr>
          <p:nvPr/>
        </p:nvCxnSpPr>
        <p:spPr>
          <a:xfrm>
            <a:off x="17605208" y="10600934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コネクタ: カギ線 132">
            <a:extLst>
              <a:ext uri="{FF2B5EF4-FFF2-40B4-BE49-F238E27FC236}">
                <a16:creationId xmlns:a16="http://schemas.microsoft.com/office/drawing/2014/main" id="{95822314-286A-1DE6-A007-2D3B95BE4EFD}"/>
              </a:ext>
            </a:extLst>
          </p:cNvPr>
          <p:cNvCxnSpPr>
            <a:cxnSpLocks/>
            <a:stCxn id="127" idx="0"/>
            <a:endCxn id="97" idx="0"/>
          </p:cNvCxnSpPr>
          <p:nvPr/>
        </p:nvCxnSpPr>
        <p:spPr>
          <a:xfrm rot="16200000" flipV="1">
            <a:off x="17521997" y="8982787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DA8011F3-2C7B-A383-BB6D-79626993877D}"/>
              </a:ext>
            </a:extLst>
          </p:cNvPr>
          <p:cNvSpPr txBox="1"/>
          <p:nvPr/>
        </p:nvSpPr>
        <p:spPr>
          <a:xfrm>
            <a:off x="17898354" y="10291597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62C893B2-707E-9311-604F-A92F01EBB81B}"/>
              </a:ext>
            </a:extLst>
          </p:cNvPr>
          <p:cNvSpPr txBox="1"/>
          <p:nvPr/>
        </p:nvSpPr>
        <p:spPr>
          <a:xfrm>
            <a:off x="19127702" y="18217459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登録成功</a:t>
            </a:r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31EE6E03-DB4F-E656-F783-EE119E6008DD}"/>
              </a:ext>
            </a:extLst>
          </p:cNvPr>
          <p:cNvSpPr txBox="1"/>
          <p:nvPr/>
        </p:nvSpPr>
        <p:spPr>
          <a:xfrm>
            <a:off x="18159016" y="9315348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登録失敗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E62EC83-24DB-BBA7-F597-5F5DF8EEB705}"/>
              </a:ext>
            </a:extLst>
          </p:cNvPr>
          <p:cNvSpPr/>
          <p:nvPr/>
        </p:nvSpPr>
        <p:spPr>
          <a:xfrm>
            <a:off x="15614359" y="11773029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10" dirty="0"/>
              <a:t>所属更新画面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F3203C6-C847-7214-06A6-244CC3E6265A}"/>
              </a:ext>
            </a:extLst>
          </p:cNvPr>
          <p:cNvSpPr txBox="1"/>
          <p:nvPr/>
        </p:nvSpPr>
        <p:spPr>
          <a:xfrm>
            <a:off x="14992311" y="11667915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35" name="ひし形 34">
            <a:extLst>
              <a:ext uri="{FF2B5EF4-FFF2-40B4-BE49-F238E27FC236}">
                <a16:creationId xmlns:a16="http://schemas.microsoft.com/office/drawing/2014/main" id="{D18FA791-D8A5-F85B-9686-A181EEAD74FC}"/>
              </a:ext>
            </a:extLst>
          </p:cNvPr>
          <p:cNvSpPr/>
          <p:nvPr/>
        </p:nvSpPr>
        <p:spPr>
          <a:xfrm>
            <a:off x="18910929" y="12110738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EF7A8A2D-22DA-40AF-ECDC-023D5B8AD9A6}"/>
              </a:ext>
            </a:extLst>
          </p:cNvPr>
          <p:cNvCxnSpPr>
            <a:cxnSpLocks/>
          </p:cNvCxnSpPr>
          <p:nvPr/>
        </p:nvCxnSpPr>
        <p:spPr>
          <a:xfrm>
            <a:off x="17669503" y="12447687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72CF8703-C222-0A81-FD07-1298A32BEA04}"/>
              </a:ext>
            </a:extLst>
          </p:cNvPr>
          <p:cNvCxnSpPr>
            <a:cxnSpLocks/>
            <a:endCxn id="33" idx="0"/>
          </p:cNvCxnSpPr>
          <p:nvPr/>
        </p:nvCxnSpPr>
        <p:spPr>
          <a:xfrm rot="16200000" flipV="1">
            <a:off x="17586294" y="10829537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9D4B4D9-6461-7152-F055-DF03DFDD5355}"/>
              </a:ext>
            </a:extLst>
          </p:cNvPr>
          <p:cNvSpPr txBox="1"/>
          <p:nvPr/>
        </p:nvSpPr>
        <p:spPr>
          <a:xfrm>
            <a:off x="17938205" y="12144686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194" name="四角形: 角を丸くする 193">
            <a:extLst>
              <a:ext uri="{FF2B5EF4-FFF2-40B4-BE49-F238E27FC236}">
                <a16:creationId xmlns:a16="http://schemas.microsoft.com/office/drawing/2014/main" id="{E8B0C1D2-FB8C-3A4D-3B20-8C6FF1C2684F}"/>
              </a:ext>
            </a:extLst>
          </p:cNvPr>
          <p:cNvSpPr/>
          <p:nvPr/>
        </p:nvSpPr>
        <p:spPr>
          <a:xfrm>
            <a:off x="12469657" y="13652904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役職管理画面</a:t>
            </a:r>
          </a:p>
        </p:txBody>
      </p:sp>
      <p:sp>
        <p:nvSpPr>
          <p:cNvPr id="196" name="四角形: 角を丸くする 195">
            <a:extLst>
              <a:ext uri="{FF2B5EF4-FFF2-40B4-BE49-F238E27FC236}">
                <a16:creationId xmlns:a16="http://schemas.microsoft.com/office/drawing/2014/main" id="{D09969FE-7DCD-B54E-4E2E-54EC2449BB7F}"/>
              </a:ext>
            </a:extLst>
          </p:cNvPr>
          <p:cNvSpPr/>
          <p:nvPr/>
        </p:nvSpPr>
        <p:spPr>
          <a:xfrm>
            <a:off x="15550062" y="13652904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役職登録画面</a:t>
            </a:r>
          </a:p>
        </p:txBody>
      </p:sp>
      <p:sp>
        <p:nvSpPr>
          <p:cNvPr id="201" name="テキスト ボックス 200">
            <a:extLst>
              <a:ext uri="{FF2B5EF4-FFF2-40B4-BE49-F238E27FC236}">
                <a16:creationId xmlns:a16="http://schemas.microsoft.com/office/drawing/2014/main" id="{2A6F2B02-6375-D58F-3122-867BCEECE78C}"/>
              </a:ext>
            </a:extLst>
          </p:cNvPr>
          <p:cNvSpPr txBox="1"/>
          <p:nvPr/>
        </p:nvSpPr>
        <p:spPr>
          <a:xfrm>
            <a:off x="14928013" y="13547792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202" name="ひし形 201">
            <a:extLst>
              <a:ext uri="{FF2B5EF4-FFF2-40B4-BE49-F238E27FC236}">
                <a16:creationId xmlns:a16="http://schemas.microsoft.com/office/drawing/2014/main" id="{0C43A14A-59BD-945D-A929-D6A77FA41570}"/>
              </a:ext>
            </a:extLst>
          </p:cNvPr>
          <p:cNvSpPr/>
          <p:nvPr/>
        </p:nvSpPr>
        <p:spPr>
          <a:xfrm>
            <a:off x="18846633" y="14174586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203" name="直線矢印コネクタ 202">
            <a:extLst>
              <a:ext uri="{FF2B5EF4-FFF2-40B4-BE49-F238E27FC236}">
                <a16:creationId xmlns:a16="http://schemas.microsoft.com/office/drawing/2014/main" id="{CE44980F-71BF-6B0D-309E-637FD6A40A1C}"/>
              </a:ext>
            </a:extLst>
          </p:cNvPr>
          <p:cNvCxnSpPr>
            <a:cxnSpLocks/>
          </p:cNvCxnSpPr>
          <p:nvPr/>
        </p:nvCxnSpPr>
        <p:spPr>
          <a:xfrm>
            <a:off x="17605208" y="14327563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コネクタ: カギ線 203">
            <a:extLst>
              <a:ext uri="{FF2B5EF4-FFF2-40B4-BE49-F238E27FC236}">
                <a16:creationId xmlns:a16="http://schemas.microsoft.com/office/drawing/2014/main" id="{AFFE8974-AA88-2141-2800-980F93735FD4}"/>
              </a:ext>
            </a:extLst>
          </p:cNvPr>
          <p:cNvCxnSpPr>
            <a:cxnSpLocks/>
            <a:stCxn id="202" idx="0"/>
            <a:endCxn id="196" idx="0"/>
          </p:cNvCxnSpPr>
          <p:nvPr/>
        </p:nvCxnSpPr>
        <p:spPr>
          <a:xfrm rot="16200000" flipV="1">
            <a:off x="17521997" y="12709417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テキスト ボックス 204">
            <a:extLst>
              <a:ext uri="{FF2B5EF4-FFF2-40B4-BE49-F238E27FC236}">
                <a16:creationId xmlns:a16="http://schemas.microsoft.com/office/drawing/2014/main" id="{318A93E9-23FD-2327-CCB8-254A382CE373}"/>
              </a:ext>
            </a:extLst>
          </p:cNvPr>
          <p:cNvSpPr txBox="1"/>
          <p:nvPr/>
        </p:nvSpPr>
        <p:spPr>
          <a:xfrm>
            <a:off x="17898354" y="14018227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207" name="コネクタ: カギ線 206">
            <a:extLst>
              <a:ext uri="{FF2B5EF4-FFF2-40B4-BE49-F238E27FC236}">
                <a16:creationId xmlns:a16="http://schemas.microsoft.com/office/drawing/2014/main" id="{774349F7-56C7-AA15-06B5-757186DD0259}"/>
              </a:ext>
            </a:extLst>
          </p:cNvPr>
          <p:cNvCxnSpPr>
            <a:cxnSpLocks/>
          </p:cNvCxnSpPr>
          <p:nvPr/>
        </p:nvCxnSpPr>
        <p:spPr>
          <a:xfrm rot="5400000" flipH="1">
            <a:off x="15187321" y="12158869"/>
            <a:ext cx="1565900" cy="6314861"/>
          </a:xfrm>
          <a:prstGeom prst="bentConnector4">
            <a:avLst>
              <a:gd name="adj1" fmla="val -29861"/>
              <a:gd name="adj2" fmla="val 1001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テキスト ボックス 207">
            <a:extLst>
              <a:ext uri="{FF2B5EF4-FFF2-40B4-BE49-F238E27FC236}">
                <a16:creationId xmlns:a16="http://schemas.microsoft.com/office/drawing/2014/main" id="{276BF0C4-470D-A6F4-B384-948EB11E6F80}"/>
              </a:ext>
            </a:extLst>
          </p:cNvPr>
          <p:cNvSpPr txBox="1"/>
          <p:nvPr/>
        </p:nvSpPr>
        <p:spPr>
          <a:xfrm>
            <a:off x="18159016" y="13041975"/>
            <a:ext cx="1520744" cy="3247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1510" dirty="0">
                <a:solidFill>
                  <a:schemeClr val="tx1"/>
                </a:solidFill>
              </a:rPr>
              <a:t>登録失敗</a:t>
            </a:r>
          </a:p>
        </p:txBody>
      </p:sp>
      <p:sp>
        <p:nvSpPr>
          <p:cNvPr id="209" name="四角形: 角を丸くする 208">
            <a:extLst>
              <a:ext uri="{FF2B5EF4-FFF2-40B4-BE49-F238E27FC236}">
                <a16:creationId xmlns:a16="http://schemas.microsoft.com/office/drawing/2014/main" id="{E46E946F-ED78-FA53-7461-030D29B027ED}"/>
              </a:ext>
            </a:extLst>
          </p:cNvPr>
          <p:cNvSpPr/>
          <p:nvPr/>
        </p:nvSpPr>
        <p:spPr>
          <a:xfrm>
            <a:off x="15614357" y="15545649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役職更新画面</a:t>
            </a:r>
          </a:p>
        </p:txBody>
      </p:sp>
      <p:sp>
        <p:nvSpPr>
          <p:cNvPr id="210" name="テキスト ボックス 209">
            <a:extLst>
              <a:ext uri="{FF2B5EF4-FFF2-40B4-BE49-F238E27FC236}">
                <a16:creationId xmlns:a16="http://schemas.microsoft.com/office/drawing/2014/main" id="{BE68FE4C-3121-0C7A-DD00-1A72FE7B65D4}"/>
              </a:ext>
            </a:extLst>
          </p:cNvPr>
          <p:cNvSpPr txBox="1"/>
          <p:nvPr/>
        </p:nvSpPr>
        <p:spPr>
          <a:xfrm>
            <a:off x="14992311" y="15440539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211" name="ひし形 210">
            <a:extLst>
              <a:ext uri="{FF2B5EF4-FFF2-40B4-BE49-F238E27FC236}">
                <a16:creationId xmlns:a16="http://schemas.microsoft.com/office/drawing/2014/main" id="{45113F87-E57E-D091-A627-168194EFC6BB}"/>
              </a:ext>
            </a:extLst>
          </p:cNvPr>
          <p:cNvSpPr/>
          <p:nvPr/>
        </p:nvSpPr>
        <p:spPr>
          <a:xfrm>
            <a:off x="18910929" y="15837370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212" name="直線矢印コネクタ 211">
            <a:extLst>
              <a:ext uri="{FF2B5EF4-FFF2-40B4-BE49-F238E27FC236}">
                <a16:creationId xmlns:a16="http://schemas.microsoft.com/office/drawing/2014/main" id="{6C24D839-D95D-8968-F86E-5C13ED3A243B}"/>
              </a:ext>
            </a:extLst>
          </p:cNvPr>
          <p:cNvCxnSpPr>
            <a:cxnSpLocks/>
          </p:cNvCxnSpPr>
          <p:nvPr/>
        </p:nvCxnSpPr>
        <p:spPr>
          <a:xfrm>
            <a:off x="17669503" y="15990345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コネクタ: カギ線 212">
            <a:extLst>
              <a:ext uri="{FF2B5EF4-FFF2-40B4-BE49-F238E27FC236}">
                <a16:creationId xmlns:a16="http://schemas.microsoft.com/office/drawing/2014/main" id="{59E630EB-A4D6-7E83-5A61-03096755ADDD}"/>
              </a:ext>
            </a:extLst>
          </p:cNvPr>
          <p:cNvCxnSpPr>
            <a:cxnSpLocks/>
            <a:endCxn id="209" idx="0"/>
          </p:cNvCxnSpPr>
          <p:nvPr/>
        </p:nvCxnSpPr>
        <p:spPr>
          <a:xfrm rot="16200000" flipV="1">
            <a:off x="17586294" y="14602161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テキスト ボックス 213">
            <a:extLst>
              <a:ext uri="{FF2B5EF4-FFF2-40B4-BE49-F238E27FC236}">
                <a16:creationId xmlns:a16="http://schemas.microsoft.com/office/drawing/2014/main" id="{0675D134-40F9-4BE7-026C-ABEF95A2EAD5}"/>
              </a:ext>
            </a:extLst>
          </p:cNvPr>
          <p:cNvSpPr txBox="1"/>
          <p:nvPr/>
        </p:nvSpPr>
        <p:spPr>
          <a:xfrm>
            <a:off x="17938205" y="15687345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226" name="四角形: 角を丸くする 225">
            <a:extLst>
              <a:ext uri="{FF2B5EF4-FFF2-40B4-BE49-F238E27FC236}">
                <a16:creationId xmlns:a16="http://schemas.microsoft.com/office/drawing/2014/main" id="{CB2C2B86-1AB0-0DA5-7BD9-6B338E19224A}"/>
              </a:ext>
            </a:extLst>
          </p:cNvPr>
          <p:cNvSpPr/>
          <p:nvPr/>
        </p:nvSpPr>
        <p:spPr>
          <a:xfrm>
            <a:off x="12469656" y="17393949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ユーザー管理画面</a:t>
            </a:r>
          </a:p>
        </p:txBody>
      </p:sp>
      <p:sp>
        <p:nvSpPr>
          <p:cNvPr id="227" name="四角形: 角を丸くする 226">
            <a:extLst>
              <a:ext uri="{FF2B5EF4-FFF2-40B4-BE49-F238E27FC236}">
                <a16:creationId xmlns:a16="http://schemas.microsoft.com/office/drawing/2014/main" id="{36D56D2F-8818-BE15-3F0A-827C3E3ACDE5}"/>
              </a:ext>
            </a:extLst>
          </p:cNvPr>
          <p:cNvSpPr/>
          <p:nvPr/>
        </p:nvSpPr>
        <p:spPr>
          <a:xfrm>
            <a:off x="15550062" y="17393949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ユーザー登録画面</a:t>
            </a:r>
          </a:p>
        </p:txBody>
      </p: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34FBADED-EA85-6E61-DF68-6FE5C2859F92}"/>
              </a:ext>
            </a:extLst>
          </p:cNvPr>
          <p:cNvSpPr txBox="1"/>
          <p:nvPr/>
        </p:nvSpPr>
        <p:spPr>
          <a:xfrm>
            <a:off x="14928013" y="17288831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230" name="ひし形 229">
            <a:extLst>
              <a:ext uri="{FF2B5EF4-FFF2-40B4-BE49-F238E27FC236}">
                <a16:creationId xmlns:a16="http://schemas.microsoft.com/office/drawing/2014/main" id="{F672A278-91F2-DA69-3C8B-95D611F9F069}"/>
              </a:ext>
            </a:extLst>
          </p:cNvPr>
          <p:cNvSpPr/>
          <p:nvPr/>
        </p:nvSpPr>
        <p:spPr>
          <a:xfrm>
            <a:off x="18846633" y="17915629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56BA2E15-8623-E170-6FA6-3508DE46888F}"/>
              </a:ext>
            </a:extLst>
          </p:cNvPr>
          <p:cNvCxnSpPr>
            <a:cxnSpLocks/>
          </p:cNvCxnSpPr>
          <p:nvPr/>
        </p:nvCxnSpPr>
        <p:spPr>
          <a:xfrm>
            <a:off x="17605208" y="18068607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コネクタ: カギ線 231">
            <a:extLst>
              <a:ext uri="{FF2B5EF4-FFF2-40B4-BE49-F238E27FC236}">
                <a16:creationId xmlns:a16="http://schemas.microsoft.com/office/drawing/2014/main" id="{868C1ECF-1665-6DBC-6041-3F9F400C001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521997" y="16476351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8905DE23-8AD1-05BF-510D-479AF097B2D7}"/>
              </a:ext>
            </a:extLst>
          </p:cNvPr>
          <p:cNvSpPr txBox="1"/>
          <p:nvPr/>
        </p:nvSpPr>
        <p:spPr>
          <a:xfrm>
            <a:off x="17898354" y="17759270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235" name="コネクタ: カギ線 234">
            <a:extLst>
              <a:ext uri="{FF2B5EF4-FFF2-40B4-BE49-F238E27FC236}">
                <a16:creationId xmlns:a16="http://schemas.microsoft.com/office/drawing/2014/main" id="{0884F987-420C-34F5-0913-15EC0DA0111F}"/>
              </a:ext>
            </a:extLst>
          </p:cNvPr>
          <p:cNvCxnSpPr>
            <a:cxnSpLocks/>
          </p:cNvCxnSpPr>
          <p:nvPr/>
        </p:nvCxnSpPr>
        <p:spPr>
          <a:xfrm rot="5400000" flipH="1">
            <a:off x="15127014" y="16119552"/>
            <a:ext cx="1708994" cy="6139907"/>
          </a:xfrm>
          <a:prstGeom prst="bentConnector4">
            <a:avLst>
              <a:gd name="adj1" fmla="val -11213"/>
              <a:gd name="adj2" fmla="val 999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テキスト ボックス 235">
            <a:extLst>
              <a:ext uri="{FF2B5EF4-FFF2-40B4-BE49-F238E27FC236}">
                <a16:creationId xmlns:a16="http://schemas.microsoft.com/office/drawing/2014/main" id="{55B63069-1130-3271-FBE8-3C82392AA2BE}"/>
              </a:ext>
            </a:extLst>
          </p:cNvPr>
          <p:cNvSpPr txBox="1"/>
          <p:nvPr/>
        </p:nvSpPr>
        <p:spPr>
          <a:xfrm>
            <a:off x="18159016" y="16783019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登録失敗</a:t>
            </a:r>
          </a:p>
        </p:txBody>
      </p:sp>
      <p:sp>
        <p:nvSpPr>
          <p:cNvPr id="237" name="四角形: 角を丸くする 236">
            <a:extLst>
              <a:ext uri="{FF2B5EF4-FFF2-40B4-BE49-F238E27FC236}">
                <a16:creationId xmlns:a16="http://schemas.microsoft.com/office/drawing/2014/main" id="{7524F03F-04ED-5270-779B-AFA549B9BAA4}"/>
              </a:ext>
            </a:extLst>
          </p:cNvPr>
          <p:cNvSpPr/>
          <p:nvPr/>
        </p:nvSpPr>
        <p:spPr>
          <a:xfrm>
            <a:off x="15614357" y="19189810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ユーザー更新画面</a:t>
            </a:r>
          </a:p>
        </p:txBody>
      </p:sp>
      <p:sp>
        <p:nvSpPr>
          <p:cNvPr id="238" name="テキスト ボックス 237">
            <a:extLst>
              <a:ext uri="{FF2B5EF4-FFF2-40B4-BE49-F238E27FC236}">
                <a16:creationId xmlns:a16="http://schemas.microsoft.com/office/drawing/2014/main" id="{EBA7070C-E4B6-A7D6-6AD7-72B74CFE52FC}"/>
              </a:ext>
            </a:extLst>
          </p:cNvPr>
          <p:cNvSpPr txBox="1"/>
          <p:nvPr/>
        </p:nvSpPr>
        <p:spPr>
          <a:xfrm>
            <a:off x="14992311" y="19084694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239" name="ひし形 238">
            <a:extLst>
              <a:ext uri="{FF2B5EF4-FFF2-40B4-BE49-F238E27FC236}">
                <a16:creationId xmlns:a16="http://schemas.microsoft.com/office/drawing/2014/main" id="{C5C56EF3-078A-32FE-9003-3222671CC490}"/>
              </a:ext>
            </a:extLst>
          </p:cNvPr>
          <p:cNvSpPr/>
          <p:nvPr/>
        </p:nvSpPr>
        <p:spPr>
          <a:xfrm>
            <a:off x="18910929" y="19711491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240" name="直線矢印コネクタ 239">
            <a:extLst>
              <a:ext uri="{FF2B5EF4-FFF2-40B4-BE49-F238E27FC236}">
                <a16:creationId xmlns:a16="http://schemas.microsoft.com/office/drawing/2014/main" id="{9C31C4D7-6936-5508-B410-448BAF57A83F}"/>
              </a:ext>
            </a:extLst>
          </p:cNvPr>
          <p:cNvCxnSpPr>
            <a:cxnSpLocks/>
          </p:cNvCxnSpPr>
          <p:nvPr/>
        </p:nvCxnSpPr>
        <p:spPr>
          <a:xfrm>
            <a:off x="17669503" y="19867131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コネクタ: カギ線 240">
            <a:extLst>
              <a:ext uri="{FF2B5EF4-FFF2-40B4-BE49-F238E27FC236}">
                <a16:creationId xmlns:a16="http://schemas.microsoft.com/office/drawing/2014/main" id="{9312BBF5-FA56-43C7-10E9-1413271473F6}"/>
              </a:ext>
            </a:extLst>
          </p:cNvPr>
          <p:cNvCxnSpPr>
            <a:cxnSpLocks/>
            <a:stCxn id="239" idx="0"/>
            <a:endCxn id="237" idx="0"/>
          </p:cNvCxnSpPr>
          <p:nvPr/>
        </p:nvCxnSpPr>
        <p:spPr>
          <a:xfrm rot="16200000" flipV="1">
            <a:off x="17586294" y="18246320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テキスト ボックス 241">
            <a:extLst>
              <a:ext uri="{FF2B5EF4-FFF2-40B4-BE49-F238E27FC236}">
                <a16:creationId xmlns:a16="http://schemas.microsoft.com/office/drawing/2014/main" id="{56178F07-5B86-6D34-CEC0-AF3BABD841D7}"/>
              </a:ext>
            </a:extLst>
          </p:cNvPr>
          <p:cNvSpPr txBox="1"/>
          <p:nvPr/>
        </p:nvSpPr>
        <p:spPr>
          <a:xfrm>
            <a:off x="17938205" y="19561468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E315D43C-9D6C-D9D8-2FD9-FD25CB080848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8960072" y="6516183"/>
            <a:ext cx="3509585" cy="113249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四角形: 角を丸くする 340">
            <a:extLst>
              <a:ext uri="{FF2B5EF4-FFF2-40B4-BE49-F238E27FC236}">
                <a16:creationId xmlns:a16="http://schemas.microsoft.com/office/drawing/2014/main" id="{75280B68-0FCA-225E-E061-A81FBB394B44}"/>
              </a:ext>
            </a:extLst>
          </p:cNvPr>
          <p:cNvSpPr/>
          <p:nvPr/>
        </p:nvSpPr>
        <p:spPr>
          <a:xfrm>
            <a:off x="12469656" y="6069332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ファイル管理画面</a:t>
            </a:r>
          </a:p>
        </p:txBody>
      </p:sp>
      <p:sp>
        <p:nvSpPr>
          <p:cNvPr id="342" name="テキスト ボックス 341">
            <a:extLst>
              <a:ext uri="{FF2B5EF4-FFF2-40B4-BE49-F238E27FC236}">
                <a16:creationId xmlns:a16="http://schemas.microsoft.com/office/drawing/2014/main" id="{54EEAABE-82FB-A8B4-0D26-D8B9BB469D83}"/>
              </a:ext>
            </a:extLst>
          </p:cNvPr>
          <p:cNvSpPr txBox="1"/>
          <p:nvPr/>
        </p:nvSpPr>
        <p:spPr>
          <a:xfrm>
            <a:off x="11091919" y="6001578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ファイル管理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343" name="四角形: 角を丸くする 342">
            <a:extLst>
              <a:ext uri="{FF2B5EF4-FFF2-40B4-BE49-F238E27FC236}">
                <a16:creationId xmlns:a16="http://schemas.microsoft.com/office/drawing/2014/main" id="{78159CCF-141A-620B-C59F-F023BEA2DD61}"/>
              </a:ext>
            </a:extLst>
          </p:cNvPr>
          <p:cNvSpPr/>
          <p:nvPr/>
        </p:nvSpPr>
        <p:spPr>
          <a:xfrm>
            <a:off x="15550062" y="6069332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ファイル登録画面</a:t>
            </a:r>
          </a:p>
        </p:txBody>
      </p:sp>
      <p:sp>
        <p:nvSpPr>
          <p:cNvPr id="345" name="テキスト ボックス 344">
            <a:extLst>
              <a:ext uri="{FF2B5EF4-FFF2-40B4-BE49-F238E27FC236}">
                <a16:creationId xmlns:a16="http://schemas.microsoft.com/office/drawing/2014/main" id="{E9A96D09-37EA-A0E3-52B0-117E2F1B989B}"/>
              </a:ext>
            </a:extLst>
          </p:cNvPr>
          <p:cNvSpPr txBox="1"/>
          <p:nvPr/>
        </p:nvSpPr>
        <p:spPr>
          <a:xfrm>
            <a:off x="14928013" y="5964217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346" name="ひし形 345">
            <a:extLst>
              <a:ext uri="{FF2B5EF4-FFF2-40B4-BE49-F238E27FC236}">
                <a16:creationId xmlns:a16="http://schemas.microsoft.com/office/drawing/2014/main" id="{3E966892-1B8D-DE2D-A360-528CE77F017E}"/>
              </a:ext>
            </a:extLst>
          </p:cNvPr>
          <p:cNvSpPr/>
          <p:nvPr/>
        </p:nvSpPr>
        <p:spPr>
          <a:xfrm>
            <a:off x="18846633" y="6591011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347" name="直線矢印コネクタ 346">
            <a:extLst>
              <a:ext uri="{FF2B5EF4-FFF2-40B4-BE49-F238E27FC236}">
                <a16:creationId xmlns:a16="http://schemas.microsoft.com/office/drawing/2014/main" id="{5465AC49-61C0-9D59-A0B7-6ED96205E2D3}"/>
              </a:ext>
            </a:extLst>
          </p:cNvPr>
          <p:cNvCxnSpPr>
            <a:cxnSpLocks/>
          </p:cNvCxnSpPr>
          <p:nvPr/>
        </p:nvCxnSpPr>
        <p:spPr>
          <a:xfrm>
            <a:off x="17605208" y="6743988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コネクタ: カギ線 347">
            <a:extLst>
              <a:ext uri="{FF2B5EF4-FFF2-40B4-BE49-F238E27FC236}">
                <a16:creationId xmlns:a16="http://schemas.microsoft.com/office/drawing/2014/main" id="{D4962815-19ED-CBCE-D460-E7D55102C257}"/>
              </a:ext>
            </a:extLst>
          </p:cNvPr>
          <p:cNvCxnSpPr>
            <a:cxnSpLocks/>
            <a:stCxn id="346" idx="0"/>
            <a:endCxn id="343" idx="0"/>
          </p:cNvCxnSpPr>
          <p:nvPr/>
        </p:nvCxnSpPr>
        <p:spPr>
          <a:xfrm rot="16200000" flipV="1">
            <a:off x="17521997" y="5125841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テキスト ボックス 348">
            <a:extLst>
              <a:ext uri="{FF2B5EF4-FFF2-40B4-BE49-F238E27FC236}">
                <a16:creationId xmlns:a16="http://schemas.microsoft.com/office/drawing/2014/main" id="{079B0828-F5B2-88D2-68A8-9763A80D0AE8}"/>
              </a:ext>
            </a:extLst>
          </p:cNvPr>
          <p:cNvSpPr txBox="1"/>
          <p:nvPr/>
        </p:nvSpPr>
        <p:spPr>
          <a:xfrm>
            <a:off x="17898354" y="6434655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登録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352" name="テキスト ボックス 351">
            <a:extLst>
              <a:ext uri="{FF2B5EF4-FFF2-40B4-BE49-F238E27FC236}">
                <a16:creationId xmlns:a16="http://schemas.microsoft.com/office/drawing/2014/main" id="{C5385193-9585-3CF6-10E9-EF1BDCA38E0B}"/>
              </a:ext>
            </a:extLst>
          </p:cNvPr>
          <p:cNvSpPr txBox="1"/>
          <p:nvPr/>
        </p:nvSpPr>
        <p:spPr>
          <a:xfrm>
            <a:off x="18159016" y="545840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登録失敗</a:t>
            </a:r>
          </a:p>
        </p:txBody>
      </p:sp>
      <p:sp>
        <p:nvSpPr>
          <p:cNvPr id="353" name="四角形: 角を丸くする 352">
            <a:extLst>
              <a:ext uri="{FF2B5EF4-FFF2-40B4-BE49-F238E27FC236}">
                <a16:creationId xmlns:a16="http://schemas.microsoft.com/office/drawing/2014/main" id="{69B504C6-E9B0-5CAB-7FA8-058C9CCE660E}"/>
              </a:ext>
            </a:extLst>
          </p:cNvPr>
          <p:cNvSpPr/>
          <p:nvPr/>
        </p:nvSpPr>
        <p:spPr>
          <a:xfrm>
            <a:off x="15614357" y="7881162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ファイル更新画面</a:t>
            </a:r>
          </a:p>
        </p:txBody>
      </p:sp>
      <p:sp>
        <p:nvSpPr>
          <p:cNvPr id="354" name="テキスト ボックス 353">
            <a:extLst>
              <a:ext uri="{FF2B5EF4-FFF2-40B4-BE49-F238E27FC236}">
                <a16:creationId xmlns:a16="http://schemas.microsoft.com/office/drawing/2014/main" id="{F45CEA7C-949E-6650-0177-45295A8DEE79}"/>
              </a:ext>
            </a:extLst>
          </p:cNvPr>
          <p:cNvSpPr txBox="1"/>
          <p:nvPr/>
        </p:nvSpPr>
        <p:spPr>
          <a:xfrm>
            <a:off x="14992311" y="7776049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355" name="ひし形 354">
            <a:extLst>
              <a:ext uri="{FF2B5EF4-FFF2-40B4-BE49-F238E27FC236}">
                <a16:creationId xmlns:a16="http://schemas.microsoft.com/office/drawing/2014/main" id="{DB3BAE57-0C57-0C53-0E74-1976866B95D6}"/>
              </a:ext>
            </a:extLst>
          </p:cNvPr>
          <p:cNvSpPr/>
          <p:nvPr/>
        </p:nvSpPr>
        <p:spPr>
          <a:xfrm>
            <a:off x="18910929" y="8402844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356" name="直線矢印コネクタ 355">
            <a:extLst>
              <a:ext uri="{FF2B5EF4-FFF2-40B4-BE49-F238E27FC236}">
                <a16:creationId xmlns:a16="http://schemas.microsoft.com/office/drawing/2014/main" id="{120A118F-59D6-B87C-4391-CBE9687098BD}"/>
              </a:ext>
            </a:extLst>
          </p:cNvPr>
          <p:cNvCxnSpPr>
            <a:cxnSpLocks/>
          </p:cNvCxnSpPr>
          <p:nvPr/>
        </p:nvCxnSpPr>
        <p:spPr>
          <a:xfrm>
            <a:off x="17669503" y="8555821"/>
            <a:ext cx="120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コネクタ: カギ線 356">
            <a:extLst>
              <a:ext uri="{FF2B5EF4-FFF2-40B4-BE49-F238E27FC236}">
                <a16:creationId xmlns:a16="http://schemas.microsoft.com/office/drawing/2014/main" id="{B0AC61D9-9E05-B9B8-CCF0-5AED35F035BF}"/>
              </a:ext>
            </a:extLst>
          </p:cNvPr>
          <p:cNvCxnSpPr>
            <a:cxnSpLocks/>
            <a:stCxn id="355" idx="0"/>
            <a:endCxn id="353" idx="0"/>
          </p:cNvCxnSpPr>
          <p:nvPr/>
        </p:nvCxnSpPr>
        <p:spPr>
          <a:xfrm rot="16200000" flipV="1">
            <a:off x="17586294" y="6937673"/>
            <a:ext cx="521688" cy="2408658"/>
          </a:xfrm>
          <a:prstGeom prst="bentConnector3">
            <a:avLst>
              <a:gd name="adj1" fmla="val 159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テキスト ボックス 357">
            <a:extLst>
              <a:ext uri="{FF2B5EF4-FFF2-40B4-BE49-F238E27FC236}">
                <a16:creationId xmlns:a16="http://schemas.microsoft.com/office/drawing/2014/main" id="{6718EB66-265D-D12A-76E0-AF584243A4CD}"/>
              </a:ext>
            </a:extLst>
          </p:cNvPr>
          <p:cNvSpPr txBox="1"/>
          <p:nvPr/>
        </p:nvSpPr>
        <p:spPr>
          <a:xfrm>
            <a:off x="17938205" y="8252822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360" name="テキスト ボックス 359">
            <a:extLst>
              <a:ext uri="{FF2B5EF4-FFF2-40B4-BE49-F238E27FC236}">
                <a16:creationId xmlns:a16="http://schemas.microsoft.com/office/drawing/2014/main" id="{02353DF6-3338-ADE8-AC78-0C05F5E3FE28}"/>
              </a:ext>
            </a:extLst>
          </p:cNvPr>
          <p:cNvSpPr txBox="1"/>
          <p:nvPr/>
        </p:nvSpPr>
        <p:spPr>
          <a:xfrm>
            <a:off x="13508361" y="531929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削除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369" name="コネクタ: カギ線 368">
            <a:extLst>
              <a:ext uri="{FF2B5EF4-FFF2-40B4-BE49-F238E27FC236}">
                <a16:creationId xmlns:a16="http://schemas.microsoft.com/office/drawing/2014/main" id="{75564A12-E47C-524F-4DF1-3694EA634BD0}"/>
              </a:ext>
            </a:extLst>
          </p:cNvPr>
          <p:cNvCxnSpPr>
            <a:cxnSpLocks/>
          </p:cNvCxnSpPr>
          <p:nvPr/>
        </p:nvCxnSpPr>
        <p:spPr>
          <a:xfrm rot="10800000">
            <a:off x="8960072" y="6516187"/>
            <a:ext cx="3509585" cy="75838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コネクタ: カギ線 370">
            <a:extLst>
              <a:ext uri="{FF2B5EF4-FFF2-40B4-BE49-F238E27FC236}">
                <a16:creationId xmlns:a16="http://schemas.microsoft.com/office/drawing/2014/main" id="{FEB6BE56-9036-2C6D-9F38-610B98C98A22}"/>
              </a:ext>
            </a:extLst>
          </p:cNvPr>
          <p:cNvCxnSpPr>
            <a:cxnSpLocks/>
            <a:endCxn id="341" idx="1"/>
          </p:cNvCxnSpPr>
          <p:nvPr/>
        </p:nvCxnSpPr>
        <p:spPr>
          <a:xfrm>
            <a:off x="8960072" y="6516186"/>
            <a:ext cx="3509585" cy="2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テキスト ボックス 379">
            <a:extLst>
              <a:ext uri="{FF2B5EF4-FFF2-40B4-BE49-F238E27FC236}">
                <a16:creationId xmlns:a16="http://schemas.microsoft.com/office/drawing/2014/main" id="{F70CB55E-AC68-B440-AA7E-6CA13B74095E}"/>
              </a:ext>
            </a:extLst>
          </p:cNvPr>
          <p:cNvSpPr txBox="1"/>
          <p:nvPr/>
        </p:nvSpPr>
        <p:spPr>
          <a:xfrm>
            <a:off x="11091919" y="17307820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ユーザー管理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cxnSp>
        <p:nvCxnSpPr>
          <p:cNvPr id="386" name="直線矢印コネクタ 385">
            <a:extLst>
              <a:ext uri="{FF2B5EF4-FFF2-40B4-BE49-F238E27FC236}">
                <a16:creationId xmlns:a16="http://schemas.microsoft.com/office/drawing/2014/main" id="{A33100C7-EA3D-42B7-B31B-0419CD3C6772}"/>
              </a:ext>
            </a:extLst>
          </p:cNvPr>
          <p:cNvCxnSpPr/>
          <p:nvPr/>
        </p:nvCxnSpPr>
        <p:spPr>
          <a:xfrm>
            <a:off x="4275617" y="4134502"/>
            <a:ext cx="14223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線矢印コネクタ 386">
            <a:extLst>
              <a:ext uri="{FF2B5EF4-FFF2-40B4-BE49-F238E27FC236}">
                <a16:creationId xmlns:a16="http://schemas.microsoft.com/office/drawing/2014/main" id="{B02A1B35-6F29-0D69-B00C-7AE826673413}"/>
              </a:ext>
            </a:extLst>
          </p:cNvPr>
          <p:cNvCxnSpPr/>
          <p:nvPr/>
        </p:nvCxnSpPr>
        <p:spPr>
          <a:xfrm>
            <a:off x="5979058" y="4134502"/>
            <a:ext cx="1281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直線矢印コネクタ 388">
            <a:extLst>
              <a:ext uri="{FF2B5EF4-FFF2-40B4-BE49-F238E27FC236}">
                <a16:creationId xmlns:a16="http://schemas.microsoft.com/office/drawing/2014/main" id="{BB75EC03-3E3C-CEAA-2430-39DE6EF5BD83}"/>
              </a:ext>
            </a:extLst>
          </p:cNvPr>
          <p:cNvCxnSpPr>
            <a:cxnSpLocks/>
          </p:cNvCxnSpPr>
          <p:nvPr/>
        </p:nvCxnSpPr>
        <p:spPr>
          <a:xfrm>
            <a:off x="7663323" y="4581664"/>
            <a:ext cx="0" cy="1474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テキスト ボックス 389">
            <a:extLst>
              <a:ext uri="{FF2B5EF4-FFF2-40B4-BE49-F238E27FC236}">
                <a16:creationId xmlns:a16="http://schemas.microsoft.com/office/drawing/2014/main" id="{C643853B-4073-594A-DA53-3195D47BB2A5}"/>
              </a:ext>
            </a:extLst>
          </p:cNvPr>
          <p:cNvSpPr txBox="1"/>
          <p:nvPr/>
        </p:nvSpPr>
        <p:spPr>
          <a:xfrm>
            <a:off x="5985386" y="5485216"/>
            <a:ext cx="1835582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メニューボタンを押して表示</a:t>
            </a:r>
          </a:p>
        </p:txBody>
      </p:sp>
      <p:cxnSp>
        <p:nvCxnSpPr>
          <p:cNvPr id="391" name="直線矢印コネクタ 390">
            <a:extLst>
              <a:ext uri="{FF2B5EF4-FFF2-40B4-BE49-F238E27FC236}">
                <a16:creationId xmlns:a16="http://schemas.microsoft.com/office/drawing/2014/main" id="{69484E94-840B-0ABA-CED5-37F8252D8698}"/>
              </a:ext>
            </a:extLst>
          </p:cNvPr>
          <p:cNvCxnSpPr>
            <a:cxnSpLocks/>
          </p:cNvCxnSpPr>
          <p:nvPr/>
        </p:nvCxnSpPr>
        <p:spPr>
          <a:xfrm flipV="1">
            <a:off x="8302114" y="4581665"/>
            <a:ext cx="0" cy="147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コネクタ: カギ線 391">
            <a:extLst>
              <a:ext uri="{FF2B5EF4-FFF2-40B4-BE49-F238E27FC236}">
                <a16:creationId xmlns:a16="http://schemas.microsoft.com/office/drawing/2014/main" id="{74C16745-E257-D729-1228-10CF490D1726}"/>
              </a:ext>
            </a:extLst>
          </p:cNvPr>
          <p:cNvCxnSpPr>
            <a:cxnSpLocks/>
            <a:stCxn id="6" idx="1"/>
            <a:endCxn id="2" idx="2"/>
          </p:cNvCxnSpPr>
          <p:nvPr/>
        </p:nvCxnSpPr>
        <p:spPr>
          <a:xfrm rot="10800000">
            <a:off x="3247169" y="4581657"/>
            <a:ext cx="3656002" cy="19438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テキスト ボックス 392">
            <a:extLst>
              <a:ext uri="{FF2B5EF4-FFF2-40B4-BE49-F238E27FC236}">
                <a16:creationId xmlns:a16="http://schemas.microsoft.com/office/drawing/2014/main" id="{27D8E0F0-1A95-4776-311A-B45C7D1055A5}"/>
              </a:ext>
            </a:extLst>
          </p:cNvPr>
          <p:cNvSpPr txBox="1"/>
          <p:nvPr/>
        </p:nvSpPr>
        <p:spPr>
          <a:xfrm>
            <a:off x="8293326" y="4644126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ファイル検索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394" name="テキスト ボックス 393">
            <a:extLst>
              <a:ext uri="{FF2B5EF4-FFF2-40B4-BE49-F238E27FC236}">
                <a16:creationId xmlns:a16="http://schemas.microsoft.com/office/drawing/2014/main" id="{5F0E078B-E5DF-7596-57B4-234755A7ABC2}"/>
              </a:ext>
            </a:extLst>
          </p:cNvPr>
          <p:cNvSpPr txBox="1"/>
          <p:nvPr/>
        </p:nvSpPr>
        <p:spPr>
          <a:xfrm>
            <a:off x="3321229" y="4634207"/>
            <a:ext cx="1520744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ログアウト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sp>
        <p:nvSpPr>
          <p:cNvPr id="418" name="テキスト ボックス 417">
            <a:extLst>
              <a:ext uri="{FF2B5EF4-FFF2-40B4-BE49-F238E27FC236}">
                <a16:creationId xmlns:a16="http://schemas.microsoft.com/office/drawing/2014/main" id="{A40E7148-4FE4-1012-A243-576409A627BC}"/>
              </a:ext>
            </a:extLst>
          </p:cNvPr>
          <p:cNvSpPr txBox="1"/>
          <p:nvPr/>
        </p:nvSpPr>
        <p:spPr>
          <a:xfrm>
            <a:off x="8960072" y="5974359"/>
            <a:ext cx="1835582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メニューボタンを押して表示</a:t>
            </a:r>
          </a:p>
        </p:txBody>
      </p:sp>
      <p:sp>
        <p:nvSpPr>
          <p:cNvPr id="430" name="テキスト ボックス 429">
            <a:extLst>
              <a:ext uri="{FF2B5EF4-FFF2-40B4-BE49-F238E27FC236}">
                <a16:creationId xmlns:a16="http://schemas.microsoft.com/office/drawing/2014/main" id="{F4D88C2F-7CB6-89A8-082E-C2DDAFFB128D}"/>
              </a:ext>
            </a:extLst>
          </p:cNvPr>
          <p:cNvSpPr txBox="1"/>
          <p:nvPr/>
        </p:nvSpPr>
        <p:spPr>
          <a:xfrm>
            <a:off x="19051464" y="12601325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  <p:sp>
        <p:nvSpPr>
          <p:cNvPr id="431" name="テキスト ボックス 430">
            <a:extLst>
              <a:ext uri="{FF2B5EF4-FFF2-40B4-BE49-F238E27FC236}">
                <a16:creationId xmlns:a16="http://schemas.microsoft.com/office/drawing/2014/main" id="{97D5C540-4CC5-ED69-BA87-E570B552600A}"/>
              </a:ext>
            </a:extLst>
          </p:cNvPr>
          <p:cNvSpPr txBox="1"/>
          <p:nvPr/>
        </p:nvSpPr>
        <p:spPr>
          <a:xfrm>
            <a:off x="19051464" y="1637394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  <p:sp>
        <p:nvSpPr>
          <p:cNvPr id="432" name="テキスト ボックス 431">
            <a:extLst>
              <a:ext uri="{FF2B5EF4-FFF2-40B4-BE49-F238E27FC236}">
                <a16:creationId xmlns:a16="http://schemas.microsoft.com/office/drawing/2014/main" id="{6C67B4D4-699D-6025-A435-33E0A8D29AB7}"/>
              </a:ext>
            </a:extLst>
          </p:cNvPr>
          <p:cNvSpPr txBox="1"/>
          <p:nvPr/>
        </p:nvSpPr>
        <p:spPr>
          <a:xfrm>
            <a:off x="19051464" y="20018105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  <p:sp>
        <p:nvSpPr>
          <p:cNvPr id="434" name="テキスト ボックス 433">
            <a:extLst>
              <a:ext uri="{FF2B5EF4-FFF2-40B4-BE49-F238E27FC236}">
                <a16:creationId xmlns:a16="http://schemas.microsoft.com/office/drawing/2014/main" id="{56CE6573-2483-3BA2-A0E3-32A511FA6E29}"/>
              </a:ext>
            </a:extLst>
          </p:cNvPr>
          <p:cNvSpPr txBox="1"/>
          <p:nvPr/>
        </p:nvSpPr>
        <p:spPr>
          <a:xfrm>
            <a:off x="19051464" y="8709456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  <p:sp>
        <p:nvSpPr>
          <p:cNvPr id="435" name="テキスト ボックス 434">
            <a:extLst>
              <a:ext uri="{FF2B5EF4-FFF2-40B4-BE49-F238E27FC236}">
                <a16:creationId xmlns:a16="http://schemas.microsoft.com/office/drawing/2014/main" id="{5005E4F1-D48A-8931-CE07-14255E6D92E2}"/>
              </a:ext>
            </a:extLst>
          </p:cNvPr>
          <p:cNvSpPr txBox="1"/>
          <p:nvPr/>
        </p:nvSpPr>
        <p:spPr>
          <a:xfrm>
            <a:off x="18159016" y="11095282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更新失敗</a:t>
            </a:r>
          </a:p>
        </p:txBody>
      </p:sp>
      <p:sp>
        <p:nvSpPr>
          <p:cNvPr id="436" name="テキスト ボックス 435">
            <a:extLst>
              <a:ext uri="{FF2B5EF4-FFF2-40B4-BE49-F238E27FC236}">
                <a16:creationId xmlns:a16="http://schemas.microsoft.com/office/drawing/2014/main" id="{A89EE302-5106-513E-5DEF-DF67D0D2C04F}"/>
              </a:ext>
            </a:extLst>
          </p:cNvPr>
          <p:cNvSpPr txBox="1"/>
          <p:nvPr/>
        </p:nvSpPr>
        <p:spPr>
          <a:xfrm>
            <a:off x="18159016" y="14883235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更新失敗</a:t>
            </a:r>
          </a:p>
        </p:txBody>
      </p:sp>
      <p:sp>
        <p:nvSpPr>
          <p:cNvPr id="437" name="テキスト ボックス 436">
            <a:extLst>
              <a:ext uri="{FF2B5EF4-FFF2-40B4-BE49-F238E27FC236}">
                <a16:creationId xmlns:a16="http://schemas.microsoft.com/office/drawing/2014/main" id="{4E58C015-8D32-3C58-8D09-20E05770BF8E}"/>
              </a:ext>
            </a:extLst>
          </p:cNvPr>
          <p:cNvSpPr txBox="1"/>
          <p:nvPr/>
        </p:nvSpPr>
        <p:spPr>
          <a:xfrm>
            <a:off x="18159016" y="18562194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更新失敗</a:t>
            </a:r>
          </a:p>
        </p:txBody>
      </p:sp>
      <p:sp>
        <p:nvSpPr>
          <p:cNvPr id="438" name="テキスト ボックス 437">
            <a:extLst>
              <a:ext uri="{FF2B5EF4-FFF2-40B4-BE49-F238E27FC236}">
                <a16:creationId xmlns:a16="http://schemas.microsoft.com/office/drawing/2014/main" id="{91484688-43DD-4504-6C58-D2446714D5DF}"/>
              </a:ext>
            </a:extLst>
          </p:cNvPr>
          <p:cNvSpPr txBox="1"/>
          <p:nvPr/>
        </p:nvSpPr>
        <p:spPr>
          <a:xfrm>
            <a:off x="18159016" y="7204242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更新失敗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AF27E5C-5E41-AB29-3737-E525CACBA021}"/>
              </a:ext>
            </a:extLst>
          </p:cNvPr>
          <p:cNvSpPr/>
          <p:nvPr/>
        </p:nvSpPr>
        <p:spPr>
          <a:xfrm>
            <a:off x="6903174" y="6069329"/>
            <a:ext cx="2056899" cy="9124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76" dirty="0"/>
              <a:t>メニュー画面</a:t>
            </a: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3CA7B375-C0AE-E694-DE35-9D7EB3308180}"/>
              </a:ext>
            </a:extLst>
          </p:cNvPr>
          <p:cNvCxnSpPr>
            <a:cxnSpLocks/>
          </p:cNvCxnSpPr>
          <p:nvPr/>
        </p:nvCxnSpPr>
        <p:spPr>
          <a:xfrm flipH="1" flipV="1">
            <a:off x="13498110" y="6066339"/>
            <a:ext cx="1028449" cy="447154"/>
          </a:xfrm>
          <a:prstGeom prst="bentConnector4">
            <a:avLst>
              <a:gd name="adj1" fmla="val -18634"/>
              <a:gd name="adj2" fmla="val 1862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811ADE9-5511-44D9-B368-2DF1BFC2DE00}"/>
              </a:ext>
            </a:extLst>
          </p:cNvPr>
          <p:cNvSpPr txBox="1"/>
          <p:nvPr/>
        </p:nvSpPr>
        <p:spPr>
          <a:xfrm>
            <a:off x="13588211" y="9183965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削除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41CC49B7-B31C-6A08-E946-2680176B4F46}"/>
              </a:ext>
            </a:extLst>
          </p:cNvPr>
          <p:cNvCxnSpPr>
            <a:cxnSpLocks/>
          </p:cNvCxnSpPr>
          <p:nvPr/>
        </p:nvCxnSpPr>
        <p:spPr>
          <a:xfrm flipH="1" flipV="1">
            <a:off x="13577959" y="9931010"/>
            <a:ext cx="1028449" cy="447154"/>
          </a:xfrm>
          <a:prstGeom prst="bentConnector4">
            <a:avLst>
              <a:gd name="adj1" fmla="val -18634"/>
              <a:gd name="adj2" fmla="val 1862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07212CA-06BA-5BE4-C757-2F18E12E4C6E}"/>
              </a:ext>
            </a:extLst>
          </p:cNvPr>
          <p:cNvSpPr txBox="1"/>
          <p:nvPr/>
        </p:nvSpPr>
        <p:spPr>
          <a:xfrm>
            <a:off x="13556270" y="12950904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削除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1DD43AA1-2098-D37E-6048-A21379CA2017}"/>
              </a:ext>
            </a:extLst>
          </p:cNvPr>
          <p:cNvCxnSpPr>
            <a:cxnSpLocks/>
          </p:cNvCxnSpPr>
          <p:nvPr/>
        </p:nvCxnSpPr>
        <p:spPr>
          <a:xfrm flipH="1" flipV="1">
            <a:off x="13546018" y="13651956"/>
            <a:ext cx="1028449" cy="447154"/>
          </a:xfrm>
          <a:prstGeom prst="bentConnector4">
            <a:avLst>
              <a:gd name="adj1" fmla="val -18634"/>
              <a:gd name="adj2" fmla="val 1862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A2BCD907-C241-96FB-3441-B8679BF165B3}"/>
              </a:ext>
            </a:extLst>
          </p:cNvPr>
          <p:cNvCxnSpPr>
            <a:cxnSpLocks/>
          </p:cNvCxnSpPr>
          <p:nvPr/>
        </p:nvCxnSpPr>
        <p:spPr>
          <a:xfrm rot="5400000">
            <a:off x="16209645" y="15536607"/>
            <a:ext cx="65999" cy="5489065"/>
          </a:xfrm>
          <a:prstGeom prst="bentConnector3">
            <a:avLst>
              <a:gd name="adj1" fmla="val 390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コネクタ: カギ線 91">
            <a:extLst>
              <a:ext uri="{FF2B5EF4-FFF2-40B4-BE49-F238E27FC236}">
                <a16:creationId xmlns:a16="http://schemas.microsoft.com/office/drawing/2014/main" id="{60B7AE67-8FFA-7823-3B09-EE1D344F6F8D}"/>
              </a:ext>
            </a:extLst>
          </p:cNvPr>
          <p:cNvCxnSpPr>
            <a:cxnSpLocks/>
          </p:cNvCxnSpPr>
          <p:nvPr/>
        </p:nvCxnSpPr>
        <p:spPr>
          <a:xfrm>
            <a:off x="13236981" y="18288252"/>
            <a:ext cx="2313080" cy="1423247"/>
          </a:xfrm>
          <a:prstGeom prst="bentConnector3">
            <a:avLst>
              <a:gd name="adj1" fmla="val -5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5198A5F0-44E7-6863-E9CB-D8B77730042F}"/>
              </a:ext>
            </a:extLst>
          </p:cNvPr>
          <p:cNvCxnSpPr>
            <a:cxnSpLocks/>
            <a:stCxn id="226" idx="3"/>
            <a:endCxn id="227" idx="1"/>
          </p:cNvCxnSpPr>
          <p:nvPr/>
        </p:nvCxnSpPr>
        <p:spPr>
          <a:xfrm>
            <a:off x="14526558" y="17841089"/>
            <a:ext cx="10235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18677440-FC0F-7D78-B153-1664EDCBCB81}"/>
              </a:ext>
            </a:extLst>
          </p:cNvPr>
          <p:cNvCxnSpPr>
            <a:cxnSpLocks/>
          </p:cNvCxnSpPr>
          <p:nvPr/>
        </p:nvCxnSpPr>
        <p:spPr>
          <a:xfrm rot="5400000">
            <a:off x="16196476" y="11744183"/>
            <a:ext cx="65999" cy="5489065"/>
          </a:xfrm>
          <a:prstGeom prst="bentConnector3">
            <a:avLst>
              <a:gd name="adj1" fmla="val 390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86BF0C5D-FE02-6E1B-FB7E-6A91808B008C}"/>
              </a:ext>
            </a:extLst>
          </p:cNvPr>
          <p:cNvCxnSpPr>
            <a:cxnSpLocks/>
          </p:cNvCxnSpPr>
          <p:nvPr/>
        </p:nvCxnSpPr>
        <p:spPr>
          <a:xfrm>
            <a:off x="13204130" y="14567656"/>
            <a:ext cx="2313080" cy="1423247"/>
          </a:xfrm>
          <a:prstGeom prst="bentConnector3">
            <a:avLst>
              <a:gd name="adj1" fmla="val -5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19629EF6-838F-7233-1EA3-B69C15935EDE}"/>
              </a:ext>
            </a:extLst>
          </p:cNvPr>
          <p:cNvSpPr txBox="1"/>
          <p:nvPr/>
        </p:nvSpPr>
        <p:spPr>
          <a:xfrm>
            <a:off x="19051463" y="1446649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登録成功</a:t>
            </a:r>
          </a:p>
        </p:txBody>
      </p:sp>
      <p:cxnSp>
        <p:nvCxnSpPr>
          <p:cNvPr id="139" name="コネクタ: カギ線 138">
            <a:extLst>
              <a:ext uri="{FF2B5EF4-FFF2-40B4-BE49-F238E27FC236}">
                <a16:creationId xmlns:a16="http://schemas.microsoft.com/office/drawing/2014/main" id="{64A0AE15-B597-5D66-FD67-D8A86C384776}"/>
              </a:ext>
            </a:extLst>
          </p:cNvPr>
          <p:cNvCxnSpPr>
            <a:cxnSpLocks/>
          </p:cNvCxnSpPr>
          <p:nvPr/>
        </p:nvCxnSpPr>
        <p:spPr>
          <a:xfrm rot="5400000">
            <a:off x="16201587" y="8039209"/>
            <a:ext cx="65999" cy="5489065"/>
          </a:xfrm>
          <a:prstGeom prst="bentConnector3">
            <a:avLst>
              <a:gd name="adj1" fmla="val 390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EBBE6C9D-74E9-7519-E3A8-A678C13EE835}"/>
              </a:ext>
            </a:extLst>
          </p:cNvPr>
          <p:cNvSpPr txBox="1"/>
          <p:nvPr/>
        </p:nvSpPr>
        <p:spPr>
          <a:xfrm>
            <a:off x="19071906" y="10761519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登録成功</a:t>
            </a:r>
          </a:p>
        </p:txBody>
      </p:sp>
      <p:cxnSp>
        <p:nvCxnSpPr>
          <p:cNvPr id="141" name="コネクタ: カギ線 140">
            <a:extLst>
              <a:ext uri="{FF2B5EF4-FFF2-40B4-BE49-F238E27FC236}">
                <a16:creationId xmlns:a16="http://schemas.microsoft.com/office/drawing/2014/main" id="{549C5A33-4E1C-5318-3664-73EA0265A5DB}"/>
              </a:ext>
            </a:extLst>
          </p:cNvPr>
          <p:cNvCxnSpPr>
            <a:cxnSpLocks/>
          </p:cNvCxnSpPr>
          <p:nvPr/>
        </p:nvCxnSpPr>
        <p:spPr>
          <a:xfrm rot="5400000" flipH="1">
            <a:off x="15100865" y="8498636"/>
            <a:ext cx="1565900" cy="6314861"/>
          </a:xfrm>
          <a:prstGeom prst="bentConnector4">
            <a:avLst>
              <a:gd name="adj1" fmla="val -29861"/>
              <a:gd name="adj2" fmla="val 1001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FED5C0F2-ED62-6B7F-97E2-03BF8B7435E0}"/>
              </a:ext>
            </a:extLst>
          </p:cNvPr>
          <p:cNvCxnSpPr>
            <a:cxnSpLocks/>
          </p:cNvCxnSpPr>
          <p:nvPr/>
        </p:nvCxnSpPr>
        <p:spPr>
          <a:xfrm>
            <a:off x="13176912" y="10877179"/>
            <a:ext cx="2313080" cy="1423247"/>
          </a:xfrm>
          <a:prstGeom prst="bentConnector3">
            <a:avLst>
              <a:gd name="adj1" fmla="val -5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コネクタ: カギ線 142">
            <a:extLst>
              <a:ext uri="{FF2B5EF4-FFF2-40B4-BE49-F238E27FC236}">
                <a16:creationId xmlns:a16="http://schemas.microsoft.com/office/drawing/2014/main" id="{E3A349BA-5EEB-3BBF-43B4-1F774FFADAA5}"/>
              </a:ext>
            </a:extLst>
          </p:cNvPr>
          <p:cNvCxnSpPr>
            <a:cxnSpLocks/>
          </p:cNvCxnSpPr>
          <p:nvPr/>
        </p:nvCxnSpPr>
        <p:spPr>
          <a:xfrm rot="5400000" flipH="1">
            <a:off x="15111085" y="4624559"/>
            <a:ext cx="1565900" cy="6314861"/>
          </a:xfrm>
          <a:prstGeom prst="bentConnector4">
            <a:avLst>
              <a:gd name="adj1" fmla="val -29861"/>
              <a:gd name="adj2" fmla="val 1001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C9A0748F-80AB-7737-906C-E9FEE1AF9A31}"/>
              </a:ext>
            </a:extLst>
          </p:cNvPr>
          <p:cNvCxnSpPr>
            <a:cxnSpLocks/>
          </p:cNvCxnSpPr>
          <p:nvPr/>
        </p:nvCxnSpPr>
        <p:spPr>
          <a:xfrm>
            <a:off x="13196491" y="6979605"/>
            <a:ext cx="2313080" cy="1423247"/>
          </a:xfrm>
          <a:prstGeom prst="bentConnector3">
            <a:avLst>
              <a:gd name="adj1" fmla="val -5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コネクタ: カギ線 146">
            <a:extLst>
              <a:ext uri="{FF2B5EF4-FFF2-40B4-BE49-F238E27FC236}">
                <a16:creationId xmlns:a16="http://schemas.microsoft.com/office/drawing/2014/main" id="{CF231E44-524A-00B1-49D0-A497295BA4EE}"/>
              </a:ext>
            </a:extLst>
          </p:cNvPr>
          <p:cNvCxnSpPr>
            <a:cxnSpLocks/>
          </p:cNvCxnSpPr>
          <p:nvPr/>
        </p:nvCxnSpPr>
        <p:spPr>
          <a:xfrm rot="5400000">
            <a:off x="16209645" y="4174531"/>
            <a:ext cx="65999" cy="5489065"/>
          </a:xfrm>
          <a:prstGeom prst="bentConnector3">
            <a:avLst>
              <a:gd name="adj1" fmla="val 390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204DFB3-1967-9018-F11E-4EA13592DBDF}"/>
              </a:ext>
            </a:extLst>
          </p:cNvPr>
          <p:cNvSpPr txBox="1"/>
          <p:nvPr/>
        </p:nvSpPr>
        <p:spPr>
          <a:xfrm>
            <a:off x="19079963" y="6896839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登録成功</a:t>
            </a:r>
          </a:p>
        </p:txBody>
      </p:sp>
      <p:cxnSp>
        <p:nvCxnSpPr>
          <p:cNvPr id="150" name="直線矢印コネクタ 149">
            <a:extLst>
              <a:ext uri="{FF2B5EF4-FFF2-40B4-BE49-F238E27FC236}">
                <a16:creationId xmlns:a16="http://schemas.microsoft.com/office/drawing/2014/main" id="{7E56FDA1-5A33-4A5F-550C-BD20F29B8C07}"/>
              </a:ext>
            </a:extLst>
          </p:cNvPr>
          <p:cNvCxnSpPr>
            <a:cxnSpLocks/>
            <a:stCxn id="194" idx="3"/>
            <a:endCxn id="196" idx="1"/>
          </p:cNvCxnSpPr>
          <p:nvPr/>
        </p:nvCxnSpPr>
        <p:spPr>
          <a:xfrm>
            <a:off x="14526561" y="14100045"/>
            <a:ext cx="10235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0C366FFF-2573-153B-6704-D536354D6353}"/>
              </a:ext>
            </a:extLst>
          </p:cNvPr>
          <p:cNvCxnSpPr>
            <a:cxnSpLocks/>
            <a:stCxn id="38" idx="3"/>
            <a:endCxn id="97" idx="1"/>
          </p:cNvCxnSpPr>
          <p:nvPr/>
        </p:nvCxnSpPr>
        <p:spPr>
          <a:xfrm>
            <a:off x="14526561" y="10373415"/>
            <a:ext cx="10235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40E33644-4B94-6014-90E8-16261A8297CA}"/>
              </a:ext>
            </a:extLst>
          </p:cNvPr>
          <p:cNvCxnSpPr>
            <a:cxnSpLocks/>
            <a:stCxn id="341" idx="3"/>
            <a:endCxn id="343" idx="1"/>
          </p:cNvCxnSpPr>
          <p:nvPr/>
        </p:nvCxnSpPr>
        <p:spPr>
          <a:xfrm>
            <a:off x="14526558" y="6516472"/>
            <a:ext cx="10235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ABE9D94B-57E3-63C6-15B2-39BD2819C4EA}"/>
              </a:ext>
            </a:extLst>
          </p:cNvPr>
          <p:cNvSpPr/>
          <p:nvPr/>
        </p:nvSpPr>
        <p:spPr>
          <a:xfrm>
            <a:off x="17004053" y="2669107"/>
            <a:ext cx="4247300" cy="10270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532" dirty="0"/>
              <a:t>管理者権限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D745D34B-4156-56A4-55A8-3601B822E43F}"/>
              </a:ext>
            </a:extLst>
          </p:cNvPr>
          <p:cNvSpPr txBox="1"/>
          <p:nvPr/>
        </p:nvSpPr>
        <p:spPr>
          <a:xfrm>
            <a:off x="13508361" y="5047056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検索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95BD60D-61E1-5955-CDAF-B04A764E7D96}"/>
              </a:ext>
            </a:extLst>
          </p:cNvPr>
          <p:cNvSpPr/>
          <p:nvPr/>
        </p:nvSpPr>
        <p:spPr>
          <a:xfrm>
            <a:off x="15591607" y="21225859"/>
            <a:ext cx="2056899" cy="894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10" dirty="0"/>
              <a:t>パスワード変更画面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599F56A0-9F1D-BBBD-13BE-29EA814BC23B}"/>
              </a:ext>
            </a:extLst>
          </p:cNvPr>
          <p:cNvCxnSpPr>
            <a:cxnSpLocks/>
            <a:stCxn id="418" idx="2"/>
            <a:endCxn id="3" idx="1"/>
          </p:cNvCxnSpPr>
          <p:nvPr/>
        </p:nvCxnSpPr>
        <p:spPr>
          <a:xfrm rot="16200000" flipH="1">
            <a:off x="5163947" y="11245351"/>
            <a:ext cx="15141576" cy="5713744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B0637D-6D74-111D-28DC-CF488D6D6998}"/>
              </a:ext>
            </a:extLst>
          </p:cNvPr>
          <p:cNvSpPr txBox="1"/>
          <p:nvPr/>
        </p:nvSpPr>
        <p:spPr>
          <a:xfrm>
            <a:off x="13832639" y="21149894"/>
            <a:ext cx="1817007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パスワード変更</a:t>
            </a:r>
            <a:r>
              <a:rPr kumimoji="1" lang="en-US" altLang="ja-JP" sz="1510" dirty="0"/>
              <a:t>]</a:t>
            </a:r>
          </a:p>
          <a:p>
            <a:r>
              <a:rPr kumimoji="1" lang="ja-JP" altLang="en-US" sz="1510" dirty="0"/>
              <a:t>押下</a:t>
            </a:r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0E3D5034-6B77-A409-F0E1-31116455F20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546441" y="20306503"/>
            <a:ext cx="521688" cy="2408658"/>
          </a:xfrm>
          <a:prstGeom prst="bentConnector3">
            <a:avLst>
              <a:gd name="adj1" fmla="val 159183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217893-8133-F0F7-2E22-849D214C7026}"/>
              </a:ext>
            </a:extLst>
          </p:cNvPr>
          <p:cNvSpPr txBox="1"/>
          <p:nvPr/>
        </p:nvSpPr>
        <p:spPr>
          <a:xfrm>
            <a:off x="17898354" y="21621649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10" dirty="0"/>
              <a:t>[</a:t>
            </a:r>
            <a:r>
              <a:rPr kumimoji="1" lang="ja-JP" altLang="en-US" sz="1510" dirty="0"/>
              <a:t>更新</a:t>
            </a:r>
            <a:r>
              <a:rPr kumimoji="1" lang="en-US" altLang="ja-JP" sz="1510" dirty="0"/>
              <a:t>]</a:t>
            </a:r>
            <a:r>
              <a:rPr kumimoji="1" lang="ja-JP" altLang="en-US" sz="1510" dirty="0"/>
              <a:t>押下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51F939-49E9-EF07-1323-89C178E8FB15}"/>
              </a:ext>
            </a:extLst>
          </p:cNvPr>
          <p:cNvSpPr txBox="1"/>
          <p:nvPr/>
        </p:nvSpPr>
        <p:spPr>
          <a:xfrm>
            <a:off x="18119167" y="20573072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更新失敗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7BE08252-B307-B6CD-A33C-2C31FA2C1EEC}"/>
              </a:ext>
            </a:extLst>
          </p:cNvPr>
          <p:cNvCxnSpPr>
            <a:cxnSpLocks/>
            <a:stCxn id="26" idx="3"/>
            <a:endCxn id="4" idx="3"/>
          </p:cNvCxnSpPr>
          <p:nvPr/>
        </p:nvCxnSpPr>
        <p:spPr>
          <a:xfrm flipH="1" flipV="1">
            <a:off x="8960070" y="4134505"/>
            <a:ext cx="10192074" cy="17790476"/>
          </a:xfrm>
          <a:prstGeom prst="bentConnector3">
            <a:avLst>
              <a:gd name="adj1" fmla="val -9401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E0DA96-B2D7-9486-8536-412377E50C07}"/>
              </a:ext>
            </a:extLst>
          </p:cNvPr>
          <p:cNvSpPr txBox="1"/>
          <p:nvPr/>
        </p:nvSpPr>
        <p:spPr>
          <a:xfrm>
            <a:off x="20105451" y="21591403"/>
            <a:ext cx="1520744" cy="3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10" dirty="0"/>
              <a:t>更新成功</a:t>
            </a:r>
          </a:p>
        </p:txBody>
      </p:sp>
      <p:sp>
        <p:nvSpPr>
          <p:cNvPr id="26" name="ひし形 25">
            <a:extLst>
              <a:ext uri="{FF2B5EF4-FFF2-40B4-BE49-F238E27FC236}">
                <a16:creationId xmlns:a16="http://schemas.microsoft.com/office/drawing/2014/main" id="{F7AE308C-4F61-59C7-6B7D-3F8534730313}"/>
              </a:ext>
            </a:extLst>
          </p:cNvPr>
          <p:cNvSpPr/>
          <p:nvPr/>
        </p:nvSpPr>
        <p:spPr>
          <a:xfrm>
            <a:off x="18871079" y="21771675"/>
            <a:ext cx="281067" cy="30662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1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4303FAA7-8441-38A5-A2BE-933B2C2C22A9}"/>
              </a:ext>
            </a:extLst>
          </p:cNvPr>
          <p:cNvCxnSpPr>
            <a:cxnSpLocks/>
          </p:cNvCxnSpPr>
          <p:nvPr/>
        </p:nvCxnSpPr>
        <p:spPr>
          <a:xfrm>
            <a:off x="17629653" y="21949378"/>
            <a:ext cx="120809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35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735</TotalTime>
  <Words>320</Words>
  <Application>Microsoft Office PowerPoint</Application>
  <PresentationFormat>ユーザー設定</PresentationFormat>
  <Paragraphs>124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真澄 髙橋</dc:creator>
  <cp:lastModifiedBy>優海 安藤</cp:lastModifiedBy>
  <cp:revision>19</cp:revision>
  <dcterms:created xsi:type="dcterms:W3CDTF">2024-11-19T00:16:51Z</dcterms:created>
  <dcterms:modified xsi:type="dcterms:W3CDTF">2025-03-12T01:53:33Z</dcterms:modified>
</cp:coreProperties>
</file>