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4" r:id="rId1"/>
  </p:sldMasterIdLst>
  <p:notesMasterIdLst>
    <p:notesMasterId r:id="rId5"/>
  </p:notesMasterIdLst>
  <p:sldIdLst>
    <p:sldId id="259" r:id="rId2"/>
    <p:sldId id="256" r:id="rId3"/>
    <p:sldId id="258" r:id="rId4"/>
  </p:sldIdLst>
  <p:sldSz cx="25199975" cy="194040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07" autoAdjust="0"/>
    <p:restoredTop sz="96242" autoAdjust="0"/>
  </p:normalViewPr>
  <p:slideViewPr>
    <p:cSldViewPr snapToGrid="0">
      <p:cViewPr varScale="1">
        <p:scale>
          <a:sx n="28" d="100"/>
          <a:sy n="28" d="100"/>
        </p:scale>
        <p:origin x="208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65A6DE-AD8C-43DC-8CB1-865E6E6A249C}" type="datetimeFigureOut">
              <a:rPr kumimoji="1" lang="ja-JP" altLang="en-US" smtClean="0"/>
              <a:t>2025/3/25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425575" y="1143000"/>
            <a:ext cx="40068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8DB18A-B267-4F9D-AAD9-4385EF41D6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1884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8DB18A-B267-4F9D-AAD9-4385EF41D617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71818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425575" y="1143000"/>
            <a:ext cx="400685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8DB18A-B267-4F9D-AAD9-4385EF41D617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960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9998" y="3175612"/>
            <a:ext cx="21419979" cy="6755471"/>
          </a:xfrm>
        </p:spPr>
        <p:txBody>
          <a:bodyPr anchor="b"/>
          <a:lstStyle>
            <a:lvl1pPr algn="ctr">
              <a:defRPr sz="1653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9997" y="10191600"/>
            <a:ext cx="18899981" cy="4684810"/>
          </a:xfrm>
        </p:spPr>
        <p:txBody>
          <a:bodyPr/>
          <a:lstStyle>
            <a:lvl1pPr marL="0" indent="0" algn="ctr">
              <a:buNone/>
              <a:defRPr sz="6614"/>
            </a:lvl1pPr>
            <a:lvl2pPr marL="1259997" indent="0" algn="ctr">
              <a:buNone/>
              <a:defRPr sz="5512"/>
            </a:lvl2pPr>
            <a:lvl3pPr marL="2519995" indent="0" algn="ctr">
              <a:buNone/>
              <a:defRPr sz="4961"/>
            </a:lvl3pPr>
            <a:lvl4pPr marL="3779992" indent="0" algn="ctr">
              <a:buNone/>
              <a:defRPr sz="4409"/>
            </a:lvl4pPr>
            <a:lvl5pPr marL="5039990" indent="0" algn="ctr">
              <a:buNone/>
              <a:defRPr sz="4409"/>
            </a:lvl5pPr>
            <a:lvl6pPr marL="6299987" indent="0" algn="ctr">
              <a:buNone/>
              <a:defRPr sz="4409"/>
            </a:lvl6pPr>
            <a:lvl7pPr marL="7559985" indent="0" algn="ctr">
              <a:buNone/>
              <a:defRPr sz="4409"/>
            </a:lvl7pPr>
            <a:lvl8pPr marL="8819982" indent="0" algn="ctr">
              <a:buNone/>
              <a:defRPr sz="4409"/>
            </a:lvl8pPr>
            <a:lvl9pPr marL="10079980" indent="0" algn="ctr">
              <a:buNone/>
              <a:defRPr sz="4409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9FD2D-2D99-489F-A250-864163AC8B4C}" type="datetimeFigureOut">
              <a:rPr kumimoji="1" lang="ja-JP" altLang="en-US" smtClean="0"/>
              <a:t>2025/3/25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09685-DFE9-4921-B3BA-CA902C552D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3169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9FD2D-2D99-489F-A250-864163AC8B4C}" type="datetimeFigureOut">
              <a:rPr kumimoji="1" lang="ja-JP" altLang="en-US" smtClean="0"/>
              <a:t>2025/3/25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09685-DFE9-4921-B3BA-CA902C552D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289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375" y="4837534"/>
            <a:ext cx="21734978" cy="8071529"/>
          </a:xfrm>
        </p:spPr>
        <p:txBody>
          <a:bodyPr anchor="b"/>
          <a:lstStyle>
            <a:lvl1pPr>
              <a:defRPr sz="1653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375" y="12985423"/>
            <a:ext cx="21734978" cy="4244626"/>
          </a:xfrm>
        </p:spPr>
        <p:txBody>
          <a:bodyPr/>
          <a:lstStyle>
            <a:lvl1pPr marL="0" indent="0">
              <a:buNone/>
              <a:defRPr sz="6614">
                <a:solidFill>
                  <a:schemeClr val="tx1"/>
                </a:solidFill>
              </a:defRPr>
            </a:lvl1pPr>
            <a:lvl2pPr marL="1259997" indent="0">
              <a:buNone/>
              <a:defRPr sz="5512">
                <a:solidFill>
                  <a:schemeClr val="tx1">
                    <a:tint val="75000"/>
                  </a:schemeClr>
                </a:solidFill>
              </a:defRPr>
            </a:lvl2pPr>
            <a:lvl3pPr marL="2519995" indent="0">
              <a:buNone/>
              <a:defRPr sz="4961">
                <a:solidFill>
                  <a:schemeClr val="tx1">
                    <a:tint val="75000"/>
                  </a:schemeClr>
                </a:solidFill>
              </a:defRPr>
            </a:lvl3pPr>
            <a:lvl4pPr marL="3779992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4pPr>
            <a:lvl5pPr marL="5039990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5pPr>
            <a:lvl6pPr marL="6299987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6pPr>
            <a:lvl7pPr marL="7559985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7pPr>
            <a:lvl8pPr marL="8819982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8pPr>
            <a:lvl9pPr marL="10079980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9FD2D-2D99-489F-A250-864163AC8B4C}" type="datetimeFigureOut">
              <a:rPr kumimoji="1" lang="ja-JP" altLang="en-US" smtClean="0"/>
              <a:t>2025/3/25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09685-DFE9-4921-B3BA-CA902C552D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4310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98" y="5165420"/>
            <a:ext cx="10709989" cy="1231166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7488" y="5165420"/>
            <a:ext cx="10709989" cy="1231166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9FD2D-2D99-489F-A250-864163AC8B4C}" type="datetimeFigureOut">
              <a:rPr kumimoji="1" lang="ja-JP" altLang="en-US" smtClean="0"/>
              <a:t>2025/3/25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09685-DFE9-4921-B3BA-CA902C552D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3268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1" y="1033088"/>
            <a:ext cx="21734978" cy="375054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783" y="4756680"/>
            <a:ext cx="10660769" cy="2331175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783" y="7087855"/>
            <a:ext cx="10660769" cy="1042516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7489" y="4756680"/>
            <a:ext cx="10713272" cy="2331175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7489" y="7087855"/>
            <a:ext cx="10713272" cy="1042516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9FD2D-2D99-489F-A250-864163AC8B4C}" type="datetimeFigureOut">
              <a:rPr kumimoji="1" lang="ja-JP" altLang="en-US" smtClean="0"/>
              <a:t>2025/3/25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09685-DFE9-4921-B3BA-CA902C552D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3703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9FD2D-2D99-489F-A250-864163AC8B4C}" type="datetimeFigureOut">
              <a:rPr kumimoji="1" lang="ja-JP" altLang="en-US" smtClean="0"/>
              <a:t>2025/3/25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09685-DFE9-4921-B3BA-CA902C552D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3316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9FD2D-2D99-489F-A250-864163AC8B4C}" type="datetimeFigureOut">
              <a:rPr kumimoji="1" lang="ja-JP" altLang="en-US" smtClean="0"/>
              <a:t>2025/3/25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09685-DFE9-4921-B3BA-CA902C552D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897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1293601"/>
            <a:ext cx="8127648" cy="4527603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3272" y="2793823"/>
            <a:ext cx="12757487" cy="13789426"/>
          </a:xfrm>
        </p:spPr>
        <p:txBody>
          <a:bodyPr/>
          <a:lstStyle>
            <a:lvl1pPr>
              <a:defRPr sz="8819"/>
            </a:lvl1pPr>
            <a:lvl2pPr>
              <a:defRPr sz="7717"/>
            </a:lvl2pPr>
            <a:lvl3pPr>
              <a:defRPr sz="6614"/>
            </a:lvl3pPr>
            <a:lvl4pPr>
              <a:defRPr sz="5512"/>
            </a:lvl4pPr>
            <a:lvl5pPr>
              <a:defRPr sz="5512"/>
            </a:lvl5pPr>
            <a:lvl6pPr>
              <a:defRPr sz="5512"/>
            </a:lvl6pPr>
            <a:lvl7pPr>
              <a:defRPr sz="5512"/>
            </a:lvl7pPr>
            <a:lvl8pPr>
              <a:defRPr sz="5512"/>
            </a:lvl8pPr>
            <a:lvl9pPr>
              <a:defRPr sz="5512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5821204"/>
            <a:ext cx="8127648" cy="10784500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9FD2D-2D99-489F-A250-864163AC8B4C}" type="datetimeFigureOut">
              <a:rPr kumimoji="1" lang="ja-JP" altLang="en-US" smtClean="0"/>
              <a:t>2025/3/25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09685-DFE9-4921-B3BA-CA902C552D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9196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1293601"/>
            <a:ext cx="8127648" cy="4527603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3272" y="2793823"/>
            <a:ext cx="12757487" cy="13789426"/>
          </a:xfrm>
        </p:spPr>
        <p:txBody>
          <a:bodyPr anchor="t"/>
          <a:lstStyle>
            <a:lvl1pPr marL="0" indent="0">
              <a:buNone/>
              <a:defRPr sz="8819"/>
            </a:lvl1pPr>
            <a:lvl2pPr marL="1259997" indent="0">
              <a:buNone/>
              <a:defRPr sz="7717"/>
            </a:lvl2pPr>
            <a:lvl3pPr marL="2519995" indent="0">
              <a:buNone/>
              <a:defRPr sz="6614"/>
            </a:lvl3pPr>
            <a:lvl4pPr marL="3779992" indent="0">
              <a:buNone/>
              <a:defRPr sz="5512"/>
            </a:lvl4pPr>
            <a:lvl5pPr marL="5039990" indent="0">
              <a:buNone/>
              <a:defRPr sz="5512"/>
            </a:lvl5pPr>
            <a:lvl6pPr marL="6299987" indent="0">
              <a:buNone/>
              <a:defRPr sz="5512"/>
            </a:lvl6pPr>
            <a:lvl7pPr marL="7559985" indent="0">
              <a:buNone/>
              <a:defRPr sz="5512"/>
            </a:lvl7pPr>
            <a:lvl8pPr marL="8819982" indent="0">
              <a:buNone/>
              <a:defRPr sz="5512"/>
            </a:lvl8pPr>
            <a:lvl9pPr marL="10079980" indent="0">
              <a:buNone/>
              <a:defRPr sz="5512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5821204"/>
            <a:ext cx="8127648" cy="10784500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9FD2D-2D99-489F-A250-864163AC8B4C}" type="datetimeFigureOut">
              <a:rPr kumimoji="1" lang="ja-JP" altLang="en-US" smtClean="0"/>
              <a:t>2025/3/25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09685-DFE9-4921-B3BA-CA902C552D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9434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9FD2D-2D99-489F-A250-864163AC8B4C}" type="datetimeFigureOut">
              <a:rPr kumimoji="1" lang="ja-JP" altLang="en-US" smtClean="0"/>
              <a:t>2025/3/25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09685-DFE9-4921-B3BA-CA902C552D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8762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33733" y="1033084"/>
            <a:ext cx="5433745" cy="16444004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500" y="1033084"/>
            <a:ext cx="15986234" cy="1644400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9FD2D-2D99-489F-A250-864163AC8B4C}" type="datetimeFigureOut">
              <a:rPr kumimoji="1" lang="ja-JP" altLang="en-US" smtClean="0"/>
              <a:t>2025/3/25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09685-DFE9-4921-B3BA-CA902C552D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7315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499" y="1033088"/>
            <a:ext cx="21734978" cy="3750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99" y="5165420"/>
            <a:ext cx="21734978" cy="12311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498" y="17984650"/>
            <a:ext cx="5669994" cy="1033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59FD2D-2D99-489F-A250-864163AC8B4C}" type="datetimeFigureOut">
              <a:rPr kumimoji="1" lang="ja-JP" altLang="en-US" smtClean="0"/>
              <a:t>2025/3/25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7492" y="17984650"/>
            <a:ext cx="8504992" cy="1033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7483" y="17984650"/>
            <a:ext cx="5669994" cy="1033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409685-DFE9-4921-B3BA-CA902C552D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9578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90" r:id="rId6"/>
    <p:sldLayoutId id="2147483991" r:id="rId7"/>
    <p:sldLayoutId id="2147483992" r:id="rId8"/>
    <p:sldLayoutId id="2147483993" r:id="rId9"/>
    <p:sldLayoutId id="2147483994" r:id="rId10"/>
    <p:sldLayoutId id="2147483995" r:id="rId11"/>
  </p:sldLayoutIdLst>
  <p:txStyles>
    <p:titleStyle>
      <a:lvl1pPr algn="l" defTabSz="2519995" rtl="0" eaLnBrk="1" latinLnBrk="0" hangingPunct="1">
        <a:lnSpc>
          <a:spcPct val="90000"/>
        </a:lnSpc>
        <a:spcBef>
          <a:spcPct val="0"/>
        </a:spcBef>
        <a:buNone/>
        <a:defRPr kumimoji="1" sz="121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29999" indent="-629999" algn="l" defTabSz="2519995" rtl="0" eaLnBrk="1" latinLnBrk="0" hangingPunct="1">
        <a:lnSpc>
          <a:spcPct val="90000"/>
        </a:lnSpc>
        <a:spcBef>
          <a:spcPts val="2756"/>
        </a:spcBef>
        <a:buFont typeface="Arial" panose="020B0604020202020204" pitchFamily="34" charset="0"/>
        <a:buChar char="•"/>
        <a:defRPr kumimoji="1" sz="7717" kern="1200">
          <a:solidFill>
            <a:schemeClr val="tx1"/>
          </a:solidFill>
          <a:latin typeface="+mn-lt"/>
          <a:ea typeface="+mn-ea"/>
          <a:cs typeface="+mn-cs"/>
        </a:defRPr>
      </a:lvl1pPr>
      <a:lvl2pPr marL="188999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kumimoji="1"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14999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kumimoji="1" sz="5512" kern="1200">
          <a:solidFill>
            <a:schemeClr val="tx1"/>
          </a:solidFill>
          <a:latin typeface="+mn-lt"/>
          <a:ea typeface="+mn-ea"/>
          <a:cs typeface="+mn-cs"/>
        </a:defRPr>
      </a:lvl3pPr>
      <a:lvl4pPr marL="440999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kumimoji="1"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66998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kumimoji="1"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92998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kumimoji="1"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818998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kumimoji="1"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944998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kumimoji="1"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70997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kumimoji="1" sz="4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19995" rtl="0" eaLnBrk="1" latinLnBrk="0" hangingPunct="1">
        <a:defRPr kumimoji="1" sz="4961" kern="1200">
          <a:solidFill>
            <a:schemeClr val="tx1"/>
          </a:solidFill>
          <a:latin typeface="+mn-lt"/>
          <a:ea typeface="+mn-ea"/>
          <a:cs typeface="+mn-cs"/>
        </a:defRPr>
      </a:lvl1pPr>
      <a:lvl2pPr marL="1259997" algn="l" defTabSz="2519995" rtl="0" eaLnBrk="1" latinLnBrk="0" hangingPunct="1">
        <a:defRPr kumimoji="1" sz="4961" kern="1200">
          <a:solidFill>
            <a:schemeClr val="tx1"/>
          </a:solidFill>
          <a:latin typeface="+mn-lt"/>
          <a:ea typeface="+mn-ea"/>
          <a:cs typeface="+mn-cs"/>
        </a:defRPr>
      </a:lvl2pPr>
      <a:lvl3pPr marL="2519995" algn="l" defTabSz="2519995" rtl="0" eaLnBrk="1" latinLnBrk="0" hangingPunct="1">
        <a:defRPr kumimoji="1" sz="4961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algn="l" defTabSz="2519995" rtl="0" eaLnBrk="1" latinLnBrk="0" hangingPunct="1">
        <a:defRPr kumimoji="1"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039990" algn="l" defTabSz="2519995" rtl="0" eaLnBrk="1" latinLnBrk="0" hangingPunct="1">
        <a:defRPr kumimoji="1"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299987" algn="l" defTabSz="2519995" rtl="0" eaLnBrk="1" latinLnBrk="0" hangingPunct="1">
        <a:defRPr kumimoji="1"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7559985" algn="l" defTabSz="2519995" rtl="0" eaLnBrk="1" latinLnBrk="0" hangingPunct="1">
        <a:defRPr kumimoji="1"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8819982" algn="l" defTabSz="2519995" rtl="0" eaLnBrk="1" latinLnBrk="0" hangingPunct="1">
        <a:defRPr kumimoji="1"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079980" algn="l" defTabSz="2519995" rtl="0" eaLnBrk="1" latinLnBrk="0" hangingPunct="1">
        <a:defRPr kumimoji="1" sz="49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E441C-5E91-3195-5B67-7CDA5CC3E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DFC73386-3D7C-9269-A0F5-D9201A4B6A6C}"/>
              </a:ext>
            </a:extLst>
          </p:cNvPr>
          <p:cNvSpPr/>
          <p:nvPr/>
        </p:nvSpPr>
        <p:spPr>
          <a:xfrm>
            <a:off x="1897377" y="4535858"/>
            <a:ext cx="2810519" cy="10445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dirty="0"/>
              <a:t>ファイル管理</a:t>
            </a:r>
            <a:br>
              <a:rPr lang="ja-JP" altLang="en-US" sz="2000" dirty="0"/>
            </a:br>
            <a:r>
              <a:rPr lang="ja-JP" altLang="en-US" sz="2000" dirty="0"/>
              <a:t>システムにアクセス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893A228-7601-6069-F29F-10979721F37A}"/>
              </a:ext>
            </a:extLst>
          </p:cNvPr>
          <p:cNvSpPr/>
          <p:nvPr/>
        </p:nvSpPr>
        <p:spPr>
          <a:xfrm>
            <a:off x="5840590" y="4535858"/>
            <a:ext cx="2537953" cy="10445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ログイン画面</a:t>
            </a: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B521B48A-0B15-F11F-BC17-9E812A60568A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4707895" y="5058142"/>
            <a:ext cx="113269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5EA05F4E-82EE-97EB-31BE-360C38C18E5F}"/>
              </a:ext>
            </a:extLst>
          </p:cNvPr>
          <p:cNvCxnSpPr>
            <a:cxnSpLocks/>
            <a:stCxn id="5" idx="3"/>
            <a:endCxn id="32" idx="1"/>
          </p:cNvCxnSpPr>
          <p:nvPr/>
        </p:nvCxnSpPr>
        <p:spPr>
          <a:xfrm>
            <a:off x="8378542" y="5058143"/>
            <a:ext cx="3033468" cy="2194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9FB1AAC0-9A50-063C-DB77-616B3F23D79F}"/>
              </a:ext>
            </a:extLst>
          </p:cNvPr>
          <p:cNvSpPr/>
          <p:nvPr/>
        </p:nvSpPr>
        <p:spPr>
          <a:xfrm>
            <a:off x="11412011" y="4535858"/>
            <a:ext cx="2537953" cy="10884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dirty="0"/>
              <a:t>ファイル検索画面</a:t>
            </a:r>
          </a:p>
        </p:txBody>
      </p:sp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F910455D-E7C9-7763-45D5-AD8ADDC84E0A}"/>
              </a:ext>
            </a:extLst>
          </p:cNvPr>
          <p:cNvGrpSpPr/>
          <p:nvPr/>
        </p:nvGrpSpPr>
        <p:grpSpPr>
          <a:xfrm>
            <a:off x="20829007" y="2002668"/>
            <a:ext cx="3867928" cy="3442883"/>
            <a:chOff x="912921" y="2747089"/>
            <a:chExt cx="1745699" cy="1751195"/>
          </a:xfrm>
        </p:grpSpPr>
        <p:sp>
          <p:nvSpPr>
            <p:cNvPr id="235" name="正方形/長方形 234">
              <a:extLst>
                <a:ext uri="{FF2B5EF4-FFF2-40B4-BE49-F238E27FC236}">
                  <a16:creationId xmlns:a16="http://schemas.microsoft.com/office/drawing/2014/main" id="{8B91CDC6-A426-14B8-131D-D9C4FDA484CE}"/>
                </a:ext>
              </a:extLst>
            </p:cNvPr>
            <p:cNvSpPr/>
            <p:nvPr/>
          </p:nvSpPr>
          <p:spPr>
            <a:xfrm>
              <a:off x="912921" y="2747089"/>
              <a:ext cx="1745699" cy="175119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2747" dirty="0"/>
            </a:p>
          </p:txBody>
        </p:sp>
        <p:sp>
          <p:nvSpPr>
            <p:cNvPr id="237" name="四角形: 角を丸くする 236">
              <a:extLst>
                <a:ext uri="{FF2B5EF4-FFF2-40B4-BE49-F238E27FC236}">
                  <a16:creationId xmlns:a16="http://schemas.microsoft.com/office/drawing/2014/main" id="{78FD2A20-6C75-0A1B-1311-1425ABE3CA6F}"/>
                </a:ext>
              </a:extLst>
            </p:cNvPr>
            <p:cNvSpPr/>
            <p:nvPr/>
          </p:nvSpPr>
          <p:spPr>
            <a:xfrm>
              <a:off x="1138960" y="2919486"/>
              <a:ext cx="1279184" cy="40044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400" dirty="0"/>
                <a:t>アクセス</a:t>
              </a:r>
            </a:p>
          </p:txBody>
        </p:sp>
        <p:sp>
          <p:nvSpPr>
            <p:cNvPr id="238" name="正方形/長方形 237">
              <a:extLst>
                <a:ext uri="{FF2B5EF4-FFF2-40B4-BE49-F238E27FC236}">
                  <a16:creationId xmlns:a16="http://schemas.microsoft.com/office/drawing/2014/main" id="{082011D6-FEB1-A837-EEAE-3D9BB6D20CCB}"/>
                </a:ext>
              </a:extLst>
            </p:cNvPr>
            <p:cNvSpPr/>
            <p:nvPr/>
          </p:nvSpPr>
          <p:spPr>
            <a:xfrm>
              <a:off x="1138960" y="3492335"/>
              <a:ext cx="1279184" cy="40044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400" dirty="0"/>
                <a:t>ボタン・画面</a:t>
              </a:r>
            </a:p>
          </p:txBody>
        </p:sp>
        <p:cxnSp>
          <p:nvCxnSpPr>
            <p:cNvPr id="242" name="直線矢印コネクタ 241">
              <a:extLst>
                <a:ext uri="{FF2B5EF4-FFF2-40B4-BE49-F238E27FC236}">
                  <a16:creationId xmlns:a16="http://schemas.microsoft.com/office/drawing/2014/main" id="{64A68489-9676-CB88-C13C-979048D32B27}"/>
                </a:ext>
              </a:extLst>
            </p:cNvPr>
            <p:cNvCxnSpPr/>
            <p:nvPr/>
          </p:nvCxnSpPr>
          <p:spPr>
            <a:xfrm>
              <a:off x="1138960" y="4116253"/>
              <a:ext cx="1326733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8" name="テキスト ボックス 257">
              <a:extLst>
                <a:ext uri="{FF2B5EF4-FFF2-40B4-BE49-F238E27FC236}">
                  <a16:creationId xmlns:a16="http://schemas.microsoft.com/office/drawing/2014/main" id="{861668D4-BB7C-6222-CAA6-88A1F122FE2A}"/>
                </a:ext>
              </a:extLst>
            </p:cNvPr>
            <p:cNvSpPr txBox="1"/>
            <p:nvPr/>
          </p:nvSpPr>
          <p:spPr>
            <a:xfrm>
              <a:off x="1361093" y="4182847"/>
              <a:ext cx="882465" cy="234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 dirty="0"/>
                <a:t>処理の流れ</a:t>
              </a:r>
            </a:p>
          </p:txBody>
        </p:sp>
      </p:grp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95036229-A1B1-F6B9-0443-D21F97D88746}"/>
              </a:ext>
            </a:extLst>
          </p:cNvPr>
          <p:cNvSpPr/>
          <p:nvPr/>
        </p:nvSpPr>
        <p:spPr>
          <a:xfrm>
            <a:off x="666008" y="1870350"/>
            <a:ext cx="4385420" cy="177718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dirty="0">
                <a:latin typeface="游ゴシック 本文"/>
              </a:rPr>
              <a:t>業務フロー図 </a:t>
            </a:r>
            <a:endParaRPr lang="en-US" altLang="ja-JP" sz="4000" dirty="0">
              <a:latin typeface="游ゴシック 本文"/>
            </a:endParaRPr>
          </a:p>
          <a:p>
            <a:pPr algn="ctr"/>
            <a:r>
              <a:rPr lang="en-US" altLang="ja-JP" sz="3200" dirty="0">
                <a:latin typeface="游ゴシック 本文"/>
              </a:rPr>
              <a:t>(</a:t>
            </a:r>
            <a:r>
              <a:rPr lang="ja-JP" altLang="en-US" sz="3200" dirty="0">
                <a:latin typeface="游ゴシック 本文"/>
              </a:rPr>
              <a:t>簡易版</a:t>
            </a:r>
            <a:r>
              <a:rPr lang="en-US" altLang="ja-JP" sz="3200" dirty="0">
                <a:latin typeface="游ゴシック 本文"/>
              </a:rPr>
              <a:t>)</a:t>
            </a:r>
            <a:endParaRPr lang="ja-JP" altLang="en-US" sz="3200" dirty="0">
              <a:latin typeface="游ゴシック 本文"/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2E4451EC-528E-2E0B-BDE2-BE0483904A26}"/>
              </a:ext>
            </a:extLst>
          </p:cNvPr>
          <p:cNvSpPr/>
          <p:nvPr/>
        </p:nvSpPr>
        <p:spPr>
          <a:xfrm>
            <a:off x="2512104" y="13792958"/>
            <a:ext cx="2192327" cy="10937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/>
              <a:t>『</a:t>
            </a:r>
            <a:r>
              <a:rPr lang="ja-JP" altLang="en-US" sz="2000" dirty="0"/>
              <a:t>削除</a:t>
            </a:r>
            <a:r>
              <a:rPr lang="en-US" altLang="ja-JP" sz="2000" dirty="0"/>
              <a:t>』</a:t>
            </a:r>
            <a:r>
              <a:rPr lang="ja-JP" altLang="en-US" sz="2000" dirty="0"/>
              <a:t>ボタン押下</a:t>
            </a:r>
          </a:p>
        </p:txBody>
      </p:sp>
      <p:sp>
        <p:nvSpPr>
          <p:cNvPr id="689" name="正方形/長方形 688">
            <a:extLst>
              <a:ext uri="{FF2B5EF4-FFF2-40B4-BE49-F238E27FC236}">
                <a16:creationId xmlns:a16="http://schemas.microsoft.com/office/drawing/2014/main" id="{F5DCC163-DE52-444D-2796-F39DF5261161}"/>
              </a:ext>
            </a:extLst>
          </p:cNvPr>
          <p:cNvSpPr/>
          <p:nvPr/>
        </p:nvSpPr>
        <p:spPr>
          <a:xfrm>
            <a:off x="10907321" y="10218348"/>
            <a:ext cx="2031125" cy="10937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dirty="0"/>
              <a:t>所属登録画面</a:t>
            </a:r>
          </a:p>
        </p:txBody>
      </p:sp>
      <p:sp>
        <p:nvSpPr>
          <p:cNvPr id="691" name="正方形/長方形 690">
            <a:extLst>
              <a:ext uri="{FF2B5EF4-FFF2-40B4-BE49-F238E27FC236}">
                <a16:creationId xmlns:a16="http://schemas.microsoft.com/office/drawing/2014/main" id="{EDE777EA-42E7-685F-86F2-98F404824EF5}"/>
              </a:ext>
            </a:extLst>
          </p:cNvPr>
          <p:cNvSpPr/>
          <p:nvPr/>
        </p:nvSpPr>
        <p:spPr>
          <a:xfrm>
            <a:off x="7004943" y="8698548"/>
            <a:ext cx="2031125" cy="10937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dirty="0"/>
              <a:t>所属管理画面</a:t>
            </a:r>
          </a:p>
        </p:txBody>
      </p:sp>
      <p:cxnSp>
        <p:nvCxnSpPr>
          <p:cNvPr id="703" name="直線矢印コネクタ 702">
            <a:extLst>
              <a:ext uri="{FF2B5EF4-FFF2-40B4-BE49-F238E27FC236}">
                <a16:creationId xmlns:a16="http://schemas.microsoft.com/office/drawing/2014/main" id="{B8D7EAD1-5B7C-240F-D97F-53774D6783E6}"/>
              </a:ext>
            </a:extLst>
          </p:cNvPr>
          <p:cNvCxnSpPr>
            <a:cxnSpLocks/>
            <a:stCxn id="691" idx="3"/>
          </p:cNvCxnSpPr>
          <p:nvPr/>
        </p:nvCxnSpPr>
        <p:spPr>
          <a:xfrm flipH="1">
            <a:off x="8712881" y="9245431"/>
            <a:ext cx="323186" cy="372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9" name="正方形/長方形 708">
            <a:extLst>
              <a:ext uri="{FF2B5EF4-FFF2-40B4-BE49-F238E27FC236}">
                <a16:creationId xmlns:a16="http://schemas.microsoft.com/office/drawing/2014/main" id="{0BFD8881-145C-4E9A-AC84-940923C87503}"/>
              </a:ext>
            </a:extLst>
          </p:cNvPr>
          <p:cNvSpPr/>
          <p:nvPr/>
        </p:nvSpPr>
        <p:spPr>
          <a:xfrm>
            <a:off x="10912981" y="12021977"/>
            <a:ext cx="2031125" cy="10937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dirty="0"/>
              <a:t>所属更新画面</a:t>
            </a:r>
          </a:p>
        </p:txBody>
      </p:sp>
      <p:sp>
        <p:nvSpPr>
          <p:cNvPr id="825" name="正方形/長方形 824">
            <a:extLst>
              <a:ext uri="{FF2B5EF4-FFF2-40B4-BE49-F238E27FC236}">
                <a16:creationId xmlns:a16="http://schemas.microsoft.com/office/drawing/2014/main" id="{AD2090B2-C635-1479-866B-684FFF2529CE}"/>
              </a:ext>
            </a:extLst>
          </p:cNvPr>
          <p:cNvSpPr/>
          <p:nvPr/>
        </p:nvSpPr>
        <p:spPr>
          <a:xfrm>
            <a:off x="16212347" y="10218348"/>
            <a:ext cx="2031125" cy="10937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dirty="0"/>
              <a:t>役職登録画面</a:t>
            </a:r>
          </a:p>
        </p:txBody>
      </p:sp>
      <p:sp>
        <p:nvSpPr>
          <p:cNvPr id="827" name="正方形/長方形 826">
            <a:extLst>
              <a:ext uri="{FF2B5EF4-FFF2-40B4-BE49-F238E27FC236}">
                <a16:creationId xmlns:a16="http://schemas.microsoft.com/office/drawing/2014/main" id="{B5B86B2C-F096-09C0-D679-64AE8E280764}"/>
              </a:ext>
            </a:extLst>
          </p:cNvPr>
          <p:cNvSpPr/>
          <p:nvPr/>
        </p:nvSpPr>
        <p:spPr>
          <a:xfrm>
            <a:off x="12412550" y="8698548"/>
            <a:ext cx="2031125" cy="10937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dirty="0"/>
              <a:t>役職管理画面</a:t>
            </a:r>
          </a:p>
        </p:txBody>
      </p:sp>
      <p:sp>
        <p:nvSpPr>
          <p:cNvPr id="845" name="正方形/長方形 844">
            <a:extLst>
              <a:ext uri="{FF2B5EF4-FFF2-40B4-BE49-F238E27FC236}">
                <a16:creationId xmlns:a16="http://schemas.microsoft.com/office/drawing/2014/main" id="{BEEA42B0-3DBA-5BAB-CC3B-B9964576ABF4}"/>
              </a:ext>
            </a:extLst>
          </p:cNvPr>
          <p:cNvSpPr/>
          <p:nvPr/>
        </p:nvSpPr>
        <p:spPr>
          <a:xfrm>
            <a:off x="16257241" y="12021977"/>
            <a:ext cx="2031125" cy="10937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dirty="0"/>
              <a:t>役職更新画面</a:t>
            </a:r>
          </a:p>
        </p:txBody>
      </p:sp>
      <p:cxnSp>
        <p:nvCxnSpPr>
          <p:cNvPr id="998" name="直線矢印コネクタ 997">
            <a:extLst>
              <a:ext uri="{FF2B5EF4-FFF2-40B4-BE49-F238E27FC236}">
                <a16:creationId xmlns:a16="http://schemas.microsoft.com/office/drawing/2014/main" id="{D83B3EDB-66A7-E0DA-54B1-8C2979FB6186}"/>
              </a:ext>
            </a:extLst>
          </p:cNvPr>
          <p:cNvCxnSpPr>
            <a:cxnSpLocks/>
            <a:stCxn id="977" idx="0"/>
            <a:endCxn id="32" idx="2"/>
          </p:cNvCxnSpPr>
          <p:nvPr/>
        </p:nvCxnSpPr>
        <p:spPr>
          <a:xfrm flipV="1">
            <a:off x="12680987" y="5624313"/>
            <a:ext cx="1" cy="617413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正方形/長方形 131">
            <a:extLst>
              <a:ext uri="{FF2B5EF4-FFF2-40B4-BE49-F238E27FC236}">
                <a16:creationId xmlns:a16="http://schemas.microsoft.com/office/drawing/2014/main" id="{5C14A741-F5F8-43F9-9A47-733C8CA3547B}"/>
              </a:ext>
            </a:extLst>
          </p:cNvPr>
          <p:cNvSpPr/>
          <p:nvPr/>
        </p:nvSpPr>
        <p:spPr>
          <a:xfrm>
            <a:off x="5051428" y="10218348"/>
            <a:ext cx="2321734" cy="10937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dirty="0"/>
              <a:t>ファイル登録画面</a:t>
            </a:r>
          </a:p>
        </p:txBody>
      </p: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9660B918-AC25-AB88-BEAC-DDB1124C65EF}"/>
              </a:ext>
            </a:extLst>
          </p:cNvPr>
          <p:cNvSpPr/>
          <p:nvPr/>
        </p:nvSpPr>
        <p:spPr>
          <a:xfrm>
            <a:off x="833901" y="8698548"/>
            <a:ext cx="2538000" cy="10937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dirty="0"/>
              <a:t>ファイル管理画面</a:t>
            </a:r>
          </a:p>
        </p:txBody>
      </p:sp>
      <p:cxnSp>
        <p:nvCxnSpPr>
          <p:cNvPr id="161" name="直線矢印コネクタ 160">
            <a:extLst>
              <a:ext uri="{FF2B5EF4-FFF2-40B4-BE49-F238E27FC236}">
                <a16:creationId xmlns:a16="http://schemas.microsoft.com/office/drawing/2014/main" id="{D7C21481-81FE-E114-2B35-4FAFA7640FF0}"/>
              </a:ext>
            </a:extLst>
          </p:cNvPr>
          <p:cNvCxnSpPr>
            <a:cxnSpLocks/>
            <a:stCxn id="9" idx="3"/>
            <a:endCxn id="132" idx="1"/>
          </p:cNvCxnSpPr>
          <p:nvPr/>
        </p:nvCxnSpPr>
        <p:spPr>
          <a:xfrm>
            <a:off x="4704432" y="10765230"/>
            <a:ext cx="34699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正方形/長方形 183">
            <a:extLst>
              <a:ext uri="{FF2B5EF4-FFF2-40B4-BE49-F238E27FC236}">
                <a16:creationId xmlns:a16="http://schemas.microsoft.com/office/drawing/2014/main" id="{8F3FB721-6FBB-F083-40AF-B0F92914D16E}"/>
              </a:ext>
            </a:extLst>
          </p:cNvPr>
          <p:cNvSpPr/>
          <p:nvPr/>
        </p:nvSpPr>
        <p:spPr>
          <a:xfrm>
            <a:off x="5105888" y="12021977"/>
            <a:ext cx="2321734" cy="10937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dirty="0"/>
              <a:t>ファイル更新画面</a:t>
            </a:r>
          </a:p>
        </p:txBody>
      </p:sp>
      <p:sp>
        <p:nvSpPr>
          <p:cNvPr id="977" name="正方形/長方形 976">
            <a:extLst>
              <a:ext uri="{FF2B5EF4-FFF2-40B4-BE49-F238E27FC236}">
                <a16:creationId xmlns:a16="http://schemas.microsoft.com/office/drawing/2014/main" id="{6E23C0D9-9FF3-1205-AD24-CF01658E0C1C}"/>
              </a:ext>
            </a:extLst>
          </p:cNvPr>
          <p:cNvSpPr/>
          <p:nvPr/>
        </p:nvSpPr>
        <p:spPr>
          <a:xfrm>
            <a:off x="11412010" y="6241725"/>
            <a:ext cx="2537953" cy="778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dirty="0"/>
              <a:t>メニュー</a:t>
            </a:r>
            <a:endParaRPr lang="en-US" altLang="ja-JP" sz="2000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4CAB935-FC08-D7BE-D2A9-6E7D6715A582}"/>
              </a:ext>
            </a:extLst>
          </p:cNvPr>
          <p:cNvSpPr/>
          <p:nvPr/>
        </p:nvSpPr>
        <p:spPr>
          <a:xfrm>
            <a:off x="2512105" y="10218348"/>
            <a:ext cx="2192327" cy="10937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/>
              <a:t>『</a:t>
            </a:r>
            <a:r>
              <a:rPr lang="ja-JP" altLang="en-US" sz="2000" dirty="0"/>
              <a:t>登録</a:t>
            </a:r>
            <a:r>
              <a:rPr lang="en-US" altLang="ja-JP" sz="2000" dirty="0"/>
              <a:t>』</a:t>
            </a:r>
            <a:r>
              <a:rPr lang="ja-JP" altLang="en-US" sz="2000" dirty="0"/>
              <a:t>ボタン押下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A63FF8A-C780-C22B-9DD7-506D6B33CFEA}"/>
              </a:ext>
            </a:extLst>
          </p:cNvPr>
          <p:cNvSpPr/>
          <p:nvPr/>
        </p:nvSpPr>
        <p:spPr>
          <a:xfrm>
            <a:off x="2534484" y="12021977"/>
            <a:ext cx="2192327" cy="10937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/>
              <a:t>『</a:t>
            </a:r>
            <a:r>
              <a:rPr lang="ja-JP" altLang="en-US" sz="2000" dirty="0"/>
              <a:t>更新</a:t>
            </a:r>
            <a:r>
              <a:rPr lang="en-US" altLang="ja-JP" sz="2000" dirty="0"/>
              <a:t>』</a:t>
            </a:r>
            <a:r>
              <a:rPr lang="ja-JP" altLang="en-US" sz="2000" dirty="0"/>
              <a:t>ボタン押下</a:t>
            </a: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1E2ECD25-4392-A418-5B87-F7976598813C}"/>
              </a:ext>
            </a:extLst>
          </p:cNvPr>
          <p:cNvCxnSpPr>
            <a:cxnSpLocks/>
            <a:stCxn id="10" idx="3"/>
            <a:endCxn id="184" idx="1"/>
          </p:cNvCxnSpPr>
          <p:nvPr/>
        </p:nvCxnSpPr>
        <p:spPr>
          <a:xfrm>
            <a:off x="4726810" y="12568859"/>
            <a:ext cx="37907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コネクタ: カギ線 32">
            <a:extLst>
              <a:ext uri="{FF2B5EF4-FFF2-40B4-BE49-F238E27FC236}">
                <a16:creationId xmlns:a16="http://schemas.microsoft.com/office/drawing/2014/main" id="{04A34593-CA45-BE1A-1539-DAC632416A08}"/>
              </a:ext>
            </a:extLst>
          </p:cNvPr>
          <p:cNvCxnSpPr>
            <a:cxnSpLocks/>
            <a:stCxn id="137" idx="2"/>
            <a:endCxn id="10" idx="1"/>
          </p:cNvCxnSpPr>
          <p:nvPr/>
        </p:nvCxnSpPr>
        <p:spPr>
          <a:xfrm rot="16200000" flipH="1">
            <a:off x="930420" y="10964794"/>
            <a:ext cx="2776547" cy="431582"/>
          </a:xfrm>
          <a:prstGeom prst="bentConnector2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コネクタ: カギ線 34">
            <a:extLst>
              <a:ext uri="{FF2B5EF4-FFF2-40B4-BE49-F238E27FC236}">
                <a16:creationId xmlns:a16="http://schemas.microsoft.com/office/drawing/2014/main" id="{C25A3BB9-BB42-DDB2-24D5-8AAF42C831B2}"/>
              </a:ext>
            </a:extLst>
          </p:cNvPr>
          <p:cNvCxnSpPr>
            <a:cxnSpLocks/>
            <a:stCxn id="137" idx="2"/>
            <a:endCxn id="229" idx="1"/>
          </p:cNvCxnSpPr>
          <p:nvPr/>
        </p:nvCxnSpPr>
        <p:spPr>
          <a:xfrm rot="16200000" flipH="1">
            <a:off x="33738" y="11861475"/>
            <a:ext cx="4547528" cy="409202"/>
          </a:xfrm>
          <a:prstGeom prst="bentConnector2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矢印コネクタ 73">
            <a:extLst>
              <a:ext uri="{FF2B5EF4-FFF2-40B4-BE49-F238E27FC236}">
                <a16:creationId xmlns:a16="http://schemas.microsoft.com/office/drawing/2014/main" id="{2B6C015F-DE75-330B-B534-01CFB69965C1}"/>
              </a:ext>
            </a:extLst>
          </p:cNvPr>
          <p:cNvCxnSpPr>
            <a:cxnSpLocks/>
          </p:cNvCxnSpPr>
          <p:nvPr/>
        </p:nvCxnSpPr>
        <p:spPr>
          <a:xfrm>
            <a:off x="16313517" y="10615773"/>
            <a:ext cx="2068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コネクタ: カギ線 165">
            <a:extLst>
              <a:ext uri="{FF2B5EF4-FFF2-40B4-BE49-F238E27FC236}">
                <a16:creationId xmlns:a16="http://schemas.microsoft.com/office/drawing/2014/main" id="{459C6A69-2210-7435-AC13-756FBA018D5C}"/>
              </a:ext>
            </a:extLst>
          </p:cNvPr>
          <p:cNvCxnSpPr>
            <a:cxnSpLocks/>
            <a:stCxn id="137" idx="2"/>
            <a:endCxn id="9" idx="1"/>
          </p:cNvCxnSpPr>
          <p:nvPr/>
        </p:nvCxnSpPr>
        <p:spPr>
          <a:xfrm rot="16200000" flipH="1">
            <a:off x="1821043" y="10074170"/>
            <a:ext cx="972918" cy="409203"/>
          </a:xfrm>
          <a:prstGeom prst="bentConnector2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正方形/長方形 177">
            <a:extLst>
              <a:ext uri="{FF2B5EF4-FFF2-40B4-BE49-F238E27FC236}">
                <a16:creationId xmlns:a16="http://schemas.microsoft.com/office/drawing/2014/main" id="{77158E73-CAFC-FF13-1982-107E5AA2D04D}"/>
              </a:ext>
            </a:extLst>
          </p:cNvPr>
          <p:cNvSpPr/>
          <p:nvPr/>
        </p:nvSpPr>
        <p:spPr>
          <a:xfrm>
            <a:off x="8361280" y="13792958"/>
            <a:ext cx="2209524" cy="10937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/>
              <a:t>『</a:t>
            </a:r>
            <a:r>
              <a:rPr lang="ja-JP" altLang="en-US" sz="2000" dirty="0"/>
              <a:t>削除</a:t>
            </a:r>
            <a:r>
              <a:rPr lang="en-US" altLang="ja-JP" sz="2000" dirty="0"/>
              <a:t>』</a:t>
            </a:r>
            <a:r>
              <a:rPr lang="ja-JP" altLang="en-US" sz="2000" dirty="0"/>
              <a:t>ボタン押下</a:t>
            </a:r>
          </a:p>
        </p:txBody>
      </p:sp>
      <p:sp>
        <p:nvSpPr>
          <p:cNvPr id="180" name="正方形/長方形 179">
            <a:extLst>
              <a:ext uri="{FF2B5EF4-FFF2-40B4-BE49-F238E27FC236}">
                <a16:creationId xmlns:a16="http://schemas.microsoft.com/office/drawing/2014/main" id="{E39BB3FE-2240-3614-3351-3DDB62B868B2}"/>
              </a:ext>
            </a:extLst>
          </p:cNvPr>
          <p:cNvSpPr/>
          <p:nvPr/>
        </p:nvSpPr>
        <p:spPr>
          <a:xfrm>
            <a:off x="8361280" y="10218348"/>
            <a:ext cx="2209524" cy="10937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/>
              <a:t>『</a:t>
            </a:r>
            <a:r>
              <a:rPr lang="ja-JP" altLang="en-US" sz="2000" dirty="0"/>
              <a:t>登録</a:t>
            </a:r>
            <a:r>
              <a:rPr lang="en-US" altLang="ja-JP" sz="2000" dirty="0"/>
              <a:t>』</a:t>
            </a:r>
            <a:r>
              <a:rPr lang="ja-JP" altLang="en-US" sz="2000" dirty="0"/>
              <a:t>ボタン押下</a:t>
            </a:r>
          </a:p>
        </p:txBody>
      </p:sp>
      <p:sp>
        <p:nvSpPr>
          <p:cNvPr id="181" name="正方形/長方形 180">
            <a:extLst>
              <a:ext uri="{FF2B5EF4-FFF2-40B4-BE49-F238E27FC236}">
                <a16:creationId xmlns:a16="http://schemas.microsoft.com/office/drawing/2014/main" id="{0D020439-F170-F842-AEF3-52A1BFE1B9E0}"/>
              </a:ext>
            </a:extLst>
          </p:cNvPr>
          <p:cNvSpPr/>
          <p:nvPr/>
        </p:nvSpPr>
        <p:spPr>
          <a:xfrm>
            <a:off x="8378901" y="12021977"/>
            <a:ext cx="2209524" cy="10937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/>
              <a:t>『</a:t>
            </a:r>
            <a:r>
              <a:rPr lang="ja-JP" altLang="en-US" sz="2000" dirty="0"/>
              <a:t>更新</a:t>
            </a:r>
            <a:r>
              <a:rPr lang="en-US" altLang="ja-JP" sz="2000" dirty="0"/>
              <a:t>』</a:t>
            </a:r>
            <a:r>
              <a:rPr lang="ja-JP" altLang="en-US" sz="2000" dirty="0"/>
              <a:t>ボタン押下</a:t>
            </a:r>
          </a:p>
        </p:txBody>
      </p: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5A5B10CE-F3E3-4BC3-40F6-283B0226D02B}"/>
              </a:ext>
            </a:extLst>
          </p:cNvPr>
          <p:cNvCxnSpPr>
            <a:cxnSpLocks/>
            <a:stCxn id="691" idx="2"/>
            <a:endCxn id="181" idx="1"/>
          </p:cNvCxnSpPr>
          <p:nvPr/>
        </p:nvCxnSpPr>
        <p:spPr>
          <a:xfrm rot="16200000" flipH="1">
            <a:off x="6811431" y="11001387"/>
            <a:ext cx="2776547" cy="358396"/>
          </a:xfrm>
          <a:prstGeom prst="bentConnector2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コネクタ: カギ線 182">
            <a:extLst>
              <a:ext uri="{FF2B5EF4-FFF2-40B4-BE49-F238E27FC236}">
                <a16:creationId xmlns:a16="http://schemas.microsoft.com/office/drawing/2014/main" id="{5C7A52CC-B94D-06EB-DDEE-C2339D36B833}"/>
              </a:ext>
            </a:extLst>
          </p:cNvPr>
          <p:cNvCxnSpPr>
            <a:cxnSpLocks/>
            <a:stCxn id="691" idx="2"/>
            <a:endCxn id="178" idx="1"/>
          </p:cNvCxnSpPr>
          <p:nvPr/>
        </p:nvCxnSpPr>
        <p:spPr>
          <a:xfrm rot="16200000" flipH="1">
            <a:off x="5917128" y="11895689"/>
            <a:ext cx="4547528" cy="340775"/>
          </a:xfrm>
          <a:prstGeom prst="bentConnector2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コネクタ: カギ線 186">
            <a:extLst>
              <a:ext uri="{FF2B5EF4-FFF2-40B4-BE49-F238E27FC236}">
                <a16:creationId xmlns:a16="http://schemas.microsoft.com/office/drawing/2014/main" id="{85A2D787-39B7-C00D-16C7-3CBF46D7D9C4}"/>
              </a:ext>
            </a:extLst>
          </p:cNvPr>
          <p:cNvCxnSpPr>
            <a:cxnSpLocks/>
            <a:stCxn id="691" idx="2"/>
            <a:endCxn id="180" idx="1"/>
          </p:cNvCxnSpPr>
          <p:nvPr/>
        </p:nvCxnSpPr>
        <p:spPr>
          <a:xfrm rot="16200000" flipH="1">
            <a:off x="7704433" y="10108384"/>
            <a:ext cx="972918" cy="340775"/>
          </a:xfrm>
          <a:prstGeom prst="bentConnector2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線矢印コネクタ 187">
            <a:extLst>
              <a:ext uri="{FF2B5EF4-FFF2-40B4-BE49-F238E27FC236}">
                <a16:creationId xmlns:a16="http://schemas.microsoft.com/office/drawing/2014/main" id="{4397F431-34CA-1040-A206-6B2D8556103A}"/>
              </a:ext>
            </a:extLst>
          </p:cNvPr>
          <p:cNvCxnSpPr>
            <a:cxnSpLocks/>
            <a:stCxn id="180" idx="3"/>
            <a:endCxn id="689" idx="1"/>
          </p:cNvCxnSpPr>
          <p:nvPr/>
        </p:nvCxnSpPr>
        <p:spPr>
          <a:xfrm>
            <a:off x="10570804" y="10765230"/>
            <a:ext cx="33651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線矢印コネクタ 191">
            <a:extLst>
              <a:ext uri="{FF2B5EF4-FFF2-40B4-BE49-F238E27FC236}">
                <a16:creationId xmlns:a16="http://schemas.microsoft.com/office/drawing/2014/main" id="{0B95E0CB-134F-C9D5-7B0A-E93DAB7DA4BA}"/>
              </a:ext>
            </a:extLst>
          </p:cNvPr>
          <p:cNvCxnSpPr>
            <a:cxnSpLocks/>
            <a:stCxn id="181" idx="3"/>
            <a:endCxn id="709" idx="1"/>
          </p:cNvCxnSpPr>
          <p:nvPr/>
        </p:nvCxnSpPr>
        <p:spPr>
          <a:xfrm>
            <a:off x="10588426" y="12568859"/>
            <a:ext cx="32455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61254A8D-AD83-F886-5841-BE2BCEA616F9}"/>
              </a:ext>
            </a:extLst>
          </p:cNvPr>
          <p:cNvSpPr/>
          <p:nvPr/>
        </p:nvSpPr>
        <p:spPr>
          <a:xfrm>
            <a:off x="13795879" y="13792958"/>
            <a:ext cx="2167513" cy="10937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/>
              <a:t>『</a:t>
            </a:r>
            <a:r>
              <a:rPr lang="ja-JP" altLang="en-US" sz="2000" dirty="0"/>
              <a:t>削除</a:t>
            </a:r>
            <a:r>
              <a:rPr lang="en-US" altLang="ja-JP" sz="2000" dirty="0"/>
              <a:t>』</a:t>
            </a:r>
            <a:r>
              <a:rPr lang="ja-JP" altLang="en-US" sz="2000" dirty="0"/>
              <a:t>ボタン押下</a:t>
            </a: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2A134108-867D-FF79-7938-6472AD3E9A5E}"/>
              </a:ext>
            </a:extLst>
          </p:cNvPr>
          <p:cNvSpPr/>
          <p:nvPr/>
        </p:nvSpPr>
        <p:spPr>
          <a:xfrm>
            <a:off x="13779859" y="10218348"/>
            <a:ext cx="2167513" cy="10937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/>
              <a:t>『</a:t>
            </a:r>
            <a:r>
              <a:rPr lang="ja-JP" altLang="en-US" sz="2000" dirty="0"/>
              <a:t>登録</a:t>
            </a:r>
            <a:r>
              <a:rPr lang="en-US" altLang="ja-JP" sz="2000" dirty="0"/>
              <a:t>』</a:t>
            </a:r>
            <a:r>
              <a:rPr lang="ja-JP" altLang="en-US" sz="2000" dirty="0"/>
              <a:t>ボタン押下</a:t>
            </a: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A14F865A-6512-2B1A-A80C-68F478AD4494}"/>
              </a:ext>
            </a:extLst>
          </p:cNvPr>
          <p:cNvSpPr/>
          <p:nvPr/>
        </p:nvSpPr>
        <p:spPr>
          <a:xfrm>
            <a:off x="13795879" y="12021977"/>
            <a:ext cx="2167513" cy="10937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/>
              <a:t>『</a:t>
            </a:r>
            <a:r>
              <a:rPr lang="ja-JP" altLang="en-US" sz="2000" dirty="0"/>
              <a:t>更新</a:t>
            </a:r>
            <a:r>
              <a:rPr lang="en-US" altLang="ja-JP" sz="2000" dirty="0"/>
              <a:t>』</a:t>
            </a:r>
            <a:r>
              <a:rPr lang="ja-JP" altLang="en-US" sz="2000" dirty="0"/>
              <a:t>ボタン押下</a:t>
            </a:r>
          </a:p>
        </p:txBody>
      </p:sp>
      <p:cxnSp>
        <p:nvCxnSpPr>
          <p:cNvPr id="210" name="直線矢印コネクタ 209">
            <a:extLst>
              <a:ext uri="{FF2B5EF4-FFF2-40B4-BE49-F238E27FC236}">
                <a16:creationId xmlns:a16="http://schemas.microsoft.com/office/drawing/2014/main" id="{92C27C9C-9FA9-29E0-F752-CC71EBAC9B2F}"/>
              </a:ext>
            </a:extLst>
          </p:cNvPr>
          <p:cNvCxnSpPr>
            <a:cxnSpLocks/>
            <a:stCxn id="206" idx="3"/>
            <a:endCxn id="825" idx="1"/>
          </p:cNvCxnSpPr>
          <p:nvPr/>
        </p:nvCxnSpPr>
        <p:spPr>
          <a:xfrm>
            <a:off x="15947372" y="10765230"/>
            <a:ext cx="2649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線矢印コネクタ 213">
            <a:extLst>
              <a:ext uri="{FF2B5EF4-FFF2-40B4-BE49-F238E27FC236}">
                <a16:creationId xmlns:a16="http://schemas.microsoft.com/office/drawing/2014/main" id="{C4F7ADE4-B231-0C21-64B5-384886E8B60B}"/>
              </a:ext>
            </a:extLst>
          </p:cNvPr>
          <p:cNvCxnSpPr>
            <a:cxnSpLocks/>
            <a:stCxn id="208" idx="3"/>
            <a:endCxn id="845" idx="1"/>
          </p:cNvCxnSpPr>
          <p:nvPr/>
        </p:nvCxnSpPr>
        <p:spPr>
          <a:xfrm>
            <a:off x="15963392" y="12568859"/>
            <a:ext cx="29384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コネクタ: カギ線 217">
            <a:extLst>
              <a:ext uri="{FF2B5EF4-FFF2-40B4-BE49-F238E27FC236}">
                <a16:creationId xmlns:a16="http://schemas.microsoft.com/office/drawing/2014/main" id="{8E5D856F-AF5A-A9C6-18C3-6195D552B63D}"/>
              </a:ext>
            </a:extLst>
          </p:cNvPr>
          <p:cNvCxnSpPr>
            <a:cxnSpLocks/>
            <a:stCxn id="827" idx="2"/>
            <a:endCxn id="208" idx="1"/>
          </p:cNvCxnSpPr>
          <p:nvPr/>
        </p:nvCxnSpPr>
        <p:spPr>
          <a:xfrm rot="16200000" flipH="1">
            <a:off x="12223723" y="10996702"/>
            <a:ext cx="2776547" cy="367766"/>
          </a:xfrm>
          <a:prstGeom prst="bentConnector2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コネクタ: カギ線 218">
            <a:extLst>
              <a:ext uri="{FF2B5EF4-FFF2-40B4-BE49-F238E27FC236}">
                <a16:creationId xmlns:a16="http://schemas.microsoft.com/office/drawing/2014/main" id="{6C97A112-92AE-B139-6F78-34E33FB6690B}"/>
              </a:ext>
            </a:extLst>
          </p:cNvPr>
          <p:cNvCxnSpPr>
            <a:cxnSpLocks/>
            <a:stCxn id="827" idx="2"/>
            <a:endCxn id="204" idx="1"/>
          </p:cNvCxnSpPr>
          <p:nvPr/>
        </p:nvCxnSpPr>
        <p:spPr>
          <a:xfrm rot="16200000" flipH="1">
            <a:off x="11338231" y="11882193"/>
            <a:ext cx="4547528" cy="367766"/>
          </a:xfrm>
          <a:prstGeom prst="bentConnector2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コネクタ: カギ線 219">
            <a:extLst>
              <a:ext uri="{FF2B5EF4-FFF2-40B4-BE49-F238E27FC236}">
                <a16:creationId xmlns:a16="http://schemas.microsoft.com/office/drawing/2014/main" id="{D08999BF-E53B-783F-23A9-75402BF7F423}"/>
              </a:ext>
            </a:extLst>
          </p:cNvPr>
          <p:cNvCxnSpPr>
            <a:cxnSpLocks/>
            <a:stCxn id="827" idx="2"/>
            <a:endCxn id="206" idx="1"/>
          </p:cNvCxnSpPr>
          <p:nvPr/>
        </p:nvCxnSpPr>
        <p:spPr>
          <a:xfrm rot="16200000" flipH="1">
            <a:off x="13117526" y="10102898"/>
            <a:ext cx="972918" cy="351746"/>
          </a:xfrm>
          <a:prstGeom prst="bentConnector2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正方形/長方形 249">
            <a:extLst>
              <a:ext uri="{FF2B5EF4-FFF2-40B4-BE49-F238E27FC236}">
                <a16:creationId xmlns:a16="http://schemas.microsoft.com/office/drawing/2014/main" id="{2AF70B4D-9041-C1C5-CC85-9A4ABB17C6DC}"/>
              </a:ext>
            </a:extLst>
          </p:cNvPr>
          <p:cNvSpPr/>
          <p:nvPr/>
        </p:nvSpPr>
        <p:spPr>
          <a:xfrm>
            <a:off x="21798182" y="10218348"/>
            <a:ext cx="2031125" cy="10937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dirty="0"/>
              <a:t>役職登録画面</a:t>
            </a:r>
          </a:p>
        </p:txBody>
      </p:sp>
      <p:sp>
        <p:nvSpPr>
          <p:cNvPr id="251" name="正方形/長方形 250">
            <a:extLst>
              <a:ext uri="{FF2B5EF4-FFF2-40B4-BE49-F238E27FC236}">
                <a16:creationId xmlns:a16="http://schemas.microsoft.com/office/drawing/2014/main" id="{9F4ABEAA-6577-5725-8465-81ED943C6419}"/>
              </a:ext>
            </a:extLst>
          </p:cNvPr>
          <p:cNvSpPr/>
          <p:nvPr/>
        </p:nvSpPr>
        <p:spPr>
          <a:xfrm>
            <a:off x="17546898" y="8698548"/>
            <a:ext cx="2435935" cy="10937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dirty="0"/>
              <a:t>ユーザー管理画面</a:t>
            </a:r>
          </a:p>
        </p:txBody>
      </p:sp>
      <p:sp>
        <p:nvSpPr>
          <p:cNvPr id="252" name="正方形/長方形 251">
            <a:extLst>
              <a:ext uri="{FF2B5EF4-FFF2-40B4-BE49-F238E27FC236}">
                <a16:creationId xmlns:a16="http://schemas.microsoft.com/office/drawing/2014/main" id="{17841F43-C71C-E106-FBCF-826471044816}"/>
              </a:ext>
            </a:extLst>
          </p:cNvPr>
          <p:cNvSpPr/>
          <p:nvPr/>
        </p:nvSpPr>
        <p:spPr>
          <a:xfrm>
            <a:off x="21798182" y="12021977"/>
            <a:ext cx="2031125" cy="10937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dirty="0"/>
              <a:t>役職更新画面</a:t>
            </a:r>
          </a:p>
        </p:txBody>
      </p:sp>
      <p:sp>
        <p:nvSpPr>
          <p:cNvPr id="260" name="正方形/長方形 259">
            <a:extLst>
              <a:ext uri="{FF2B5EF4-FFF2-40B4-BE49-F238E27FC236}">
                <a16:creationId xmlns:a16="http://schemas.microsoft.com/office/drawing/2014/main" id="{BB23B5E1-7752-4CE0-1584-44A0EF8F3804}"/>
              </a:ext>
            </a:extLst>
          </p:cNvPr>
          <p:cNvSpPr/>
          <p:nvPr/>
        </p:nvSpPr>
        <p:spPr>
          <a:xfrm>
            <a:off x="19242970" y="10218348"/>
            <a:ext cx="2167513" cy="10937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/>
              <a:t>『</a:t>
            </a:r>
            <a:r>
              <a:rPr lang="ja-JP" altLang="en-US" sz="2000" dirty="0"/>
              <a:t>登録</a:t>
            </a:r>
            <a:r>
              <a:rPr lang="en-US" altLang="ja-JP" sz="2000" dirty="0"/>
              <a:t>』</a:t>
            </a:r>
            <a:r>
              <a:rPr lang="ja-JP" altLang="en-US" sz="2000" dirty="0"/>
              <a:t>ボタン押下</a:t>
            </a: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0AB48805-6745-A01B-F560-DBD35026DF54}"/>
              </a:ext>
            </a:extLst>
          </p:cNvPr>
          <p:cNvSpPr/>
          <p:nvPr/>
        </p:nvSpPr>
        <p:spPr>
          <a:xfrm>
            <a:off x="19242970" y="12021977"/>
            <a:ext cx="2167513" cy="10937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/>
              <a:t>『</a:t>
            </a:r>
            <a:r>
              <a:rPr lang="ja-JP" altLang="en-US" sz="2000" dirty="0"/>
              <a:t>更新</a:t>
            </a:r>
            <a:r>
              <a:rPr lang="en-US" altLang="ja-JP" sz="2000" dirty="0"/>
              <a:t>』</a:t>
            </a:r>
            <a:r>
              <a:rPr lang="ja-JP" altLang="en-US" sz="2000" dirty="0"/>
              <a:t>ボタン押下</a:t>
            </a:r>
          </a:p>
        </p:txBody>
      </p:sp>
      <p:cxnSp>
        <p:nvCxnSpPr>
          <p:cNvPr id="281" name="直線矢印コネクタ 280">
            <a:extLst>
              <a:ext uri="{FF2B5EF4-FFF2-40B4-BE49-F238E27FC236}">
                <a16:creationId xmlns:a16="http://schemas.microsoft.com/office/drawing/2014/main" id="{885F33A1-611D-84F6-145F-2DAD531F9D57}"/>
              </a:ext>
            </a:extLst>
          </p:cNvPr>
          <p:cNvCxnSpPr>
            <a:cxnSpLocks/>
            <a:stCxn id="260" idx="3"/>
            <a:endCxn id="250" idx="1"/>
          </p:cNvCxnSpPr>
          <p:nvPr/>
        </p:nvCxnSpPr>
        <p:spPr>
          <a:xfrm>
            <a:off x="21410483" y="10765230"/>
            <a:ext cx="38769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直線矢印コネクタ 281">
            <a:extLst>
              <a:ext uri="{FF2B5EF4-FFF2-40B4-BE49-F238E27FC236}">
                <a16:creationId xmlns:a16="http://schemas.microsoft.com/office/drawing/2014/main" id="{901E9C91-75C6-E4B2-778D-03B5956FE204}"/>
              </a:ext>
            </a:extLst>
          </p:cNvPr>
          <p:cNvCxnSpPr>
            <a:cxnSpLocks/>
            <a:stCxn id="280" idx="3"/>
            <a:endCxn id="252" idx="1"/>
          </p:cNvCxnSpPr>
          <p:nvPr/>
        </p:nvCxnSpPr>
        <p:spPr>
          <a:xfrm>
            <a:off x="21410483" y="12568859"/>
            <a:ext cx="38769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コネクタ: カギ線 282">
            <a:extLst>
              <a:ext uri="{FF2B5EF4-FFF2-40B4-BE49-F238E27FC236}">
                <a16:creationId xmlns:a16="http://schemas.microsoft.com/office/drawing/2014/main" id="{B8037E53-0DA3-0F2E-0819-2A28B26F590A}"/>
              </a:ext>
            </a:extLst>
          </p:cNvPr>
          <p:cNvCxnSpPr>
            <a:cxnSpLocks/>
            <a:stCxn id="251" idx="2"/>
            <a:endCxn id="280" idx="1"/>
          </p:cNvCxnSpPr>
          <p:nvPr/>
        </p:nvCxnSpPr>
        <p:spPr>
          <a:xfrm rot="16200000" flipH="1">
            <a:off x="17615645" y="10941533"/>
            <a:ext cx="2776547" cy="478104"/>
          </a:xfrm>
          <a:prstGeom prst="bentConnector2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コネクタ: カギ線 284">
            <a:extLst>
              <a:ext uri="{FF2B5EF4-FFF2-40B4-BE49-F238E27FC236}">
                <a16:creationId xmlns:a16="http://schemas.microsoft.com/office/drawing/2014/main" id="{E5F88968-9B3D-BAF7-82F9-BD92D86178E1}"/>
              </a:ext>
            </a:extLst>
          </p:cNvPr>
          <p:cNvCxnSpPr>
            <a:cxnSpLocks/>
            <a:stCxn id="251" idx="2"/>
            <a:endCxn id="260" idx="1"/>
          </p:cNvCxnSpPr>
          <p:nvPr/>
        </p:nvCxnSpPr>
        <p:spPr>
          <a:xfrm rot="16200000" flipH="1">
            <a:off x="18517458" y="10039719"/>
            <a:ext cx="972918" cy="478104"/>
          </a:xfrm>
          <a:prstGeom prst="bentConnector2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コネクタ: カギ線 293">
            <a:extLst>
              <a:ext uri="{FF2B5EF4-FFF2-40B4-BE49-F238E27FC236}">
                <a16:creationId xmlns:a16="http://schemas.microsoft.com/office/drawing/2014/main" id="{11FF33F0-3861-DF05-35C5-71B398ACFDAE}"/>
              </a:ext>
            </a:extLst>
          </p:cNvPr>
          <p:cNvCxnSpPr>
            <a:cxnSpLocks/>
            <a:stCxn id="977" idx="2"/>
            <a:endCxn id="137" idx="0"/>
          </p:cNvCxnSpPr>
          <p:nvPr/>
        </p:nvCxnSpPr>
        <p:spPr>
          <a:xfrm rot="5400000">
            <a:off x="6552856" y="2570417"/>
            <a:ext cx="1678179" cy="10578085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コネクタ: カギ線 296">
            <a:extLst>
              <a:ext uri="{FF2B5EF4-FFF2-40B4-BE49-F238E27FC236}">
                <a16:creationId xmlns:a16="http://schemas.microsoft.com/office/drawing/2014/main" id="{BF4B84EA-2491-DC54-66AC-F84B4D544C87}"/>
              </a:ext>
            </a:extLst>
          </p:cNvPr>
          <p:cNvCxnSpPr>
            <a:cxnSpLocks/>
            <a:stCxn id="977" idx="2"/>
            <a:endCxn id="691" idx="0"/>
          </p:cNvCxnSpPr>
          <p:nvPr/>
        </p:nvCxnSpPr>
        <p:spPr>
          <a:xfrm rot="5400000">
            <a:off x="9511658" y="5529219"/>
            <a:ext cx="1678179" cy="4660481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コネクタ: カギ線 299">
            <a:extLst>
              <a:ext uri="{FF2B5EF4-FFF2-40B4-BE49-F238E27FC236}">
                <a16:creationId xmlns:a16="http://schemas.microsoft.com/office/drawing/2014/main" id="{C406C30D-F75A-6390-1E5F-30F318171982}"/>
              </a:ext>
            </a:extLst>
          </p:cNvPr>
          <p:cNvCxnSpPr>
            <a:cxnSpLocks/>
            <a:stCxn id="977" idx="2"/>
            <a:endCxn id="827" idx="0"/>
          </p:cNvCxnSpPr>
          <p:nvPr/>
        </p:nvCxnSpPr>
        <p:spPr>
          <a:xfrm rot="16200000" flipH="1">
            <a:off x="12215461" y="7485895"/>
            <a:ext cx="1678179" cy="747126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コネクタ: カギ線 302">
            <a:extLst>
              <a:ext uri="{FF2B5EF4-FFF2-40B4-BE49-F238E27FC236}">
                <a16:creationId xmlns:a16="http://schemas.microsoft.com/office/drawing/2014/main" id="{CB617BC1-8222-6E39-0B09-02CC87488D8A}"/>
              </a:ext>
            </a:extLst>
          </p:cNvPr>
          <p:cNvCxnSpPr>
            <a:cxnSpLocks/>
            <a:stCxn id="977" idx="2"/>
            <a:endCxn id="251" idx="0"/>
          </p:cNvCxnSpPr>
          <p:nvPr/>
        </p:nvCxnSpPr>
        <p:spPr>
          <a:xfrm rot="16200000" flipH="1">
            <a:off x="14883837" y="4817519"/>
            <a:ext cx="1678179" cy="6083879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9" name="正方形/長方形 528">
            <a:extLst>
              <a:ext uri="{FF2B5EF4-FFF2-40B4-BE49-F238E27FC236}">
                <a16:creationId xmlns:a16="http://schemas.microsoft.com/office/drawing/2014/main" id="{5774FC28-9A20-32DB-A2FB-9FAF8C9ADF10}"/>
              </a:ext>
            </a:extLst>
          </p:cNvPr>
          <p:cNvSpPr/>
          <p:nvPr/>
        </p:nvSpPr>
        <p:spPr>
          <a:xfrm>
            <a:off x="17712002" y="6084165"/>
            <a:ext cx="2745906" cy="10937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dirty="0"/>
              <a:t>パスワード変更画面</a:t>
            </a:r>
          </a:p>
        </p:txBody>
      </p:sp>
      <p:cxnSp>
        <p:nvCxnSpPr>
          <p:cNvPr id="535" name="コネクタ: カギ線 534">
            <a:extLst>
              <a:ext uri="{FF2B5EF4-FFF2-40B4-BE49-F238E27FC236}">
                <a16:creationId xmlns:a16="http://schemas.microsoft.com/office/drawing/2014/main" id="{AB6C9079-42FB-46AF-FCF3-58341E1B49CF}"/>
              </a:ext>
            </a:extLst>
          </p:cNvPr>
          <p:cNvCxnSpPr>
            <a:cxnSpLocks/>
            <a:stCxn id="977" idx="1"/>
            <a:endCxn id="5" idx="2"/>
          </p:cNvCxnSpPr>
          <p:nvPr/>
        </p:nvCxnSpPr>
        <p:spPr>
          <a:xfrm rot="10800000">
            <a:off x="7109568" y="5580428"/>
            <a:ext cx="4302443" cy="1050621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5" name="テキスト ボックス 544">
            <a:extLst>
              <a:ext uri="{FF2B5EF4-FFF2-40B4-BE49-F238E27FC236}">
                <a16:creationId xmlns:a16="http://schemas.microsoft.com/office/drawing/2014/main" id="{0CE21F40-371E-2773-F91A-703E73899C11}"/>
              </a:ext>
            </a:extLst>
          </p:cNvPr>
          <p:cNvSpPr txBox="1"/>
          <p:nvPr/>
        </p:nvSpPr>
        <p:spPr>
          <a:xfrm>
            <a:off x="9830203" y="6702771"/>
            <a:ext cx="16229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 dirty="0"/>
              <a:t>ログアウト</a:t>
            </a:r>
          </a:p>
        </p:txBody>
      </p:sp>
      <p:cxnSp>
        <p:nvCxnSpPr>
          <p:cNvPr id="664" name="直線矢印コネクタ 663">
            <a:extLst>
              <a:ext uri="{FF2B5EF4-FFF2-40B4-BE49-F238E27FC236}">
                <a16:creationId xmlns:a16="http://schemas.microsoft.com/office/drawing/2014/main" id="{9E405F99-5DDF-2174-E70B-743D0E0BA8EF}"/>
              </a:ext>
            </a:extLst>
          </p:cNvPr>
          <p:cNvCxnSpPr>
            <a:cxnSpLocks/>
            <a:stCxn id="977" idx="3"/>
            <a:endCxn id="529" idx="1"/>
          </p:cNvCxnSpPr>
          <p:nvPr/>
        </p:nvCxnSpPr>
        <p:spPr>
          <a:xfrm>
            <a:off x="13949962" y="6631047"/>
            <a:ext cx="376204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5770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C2D4CF2E-2540-EF45-9C74-3390450F78AC}"/>
              </a:ext>
            </a:extLst>
          </p:cNvPr>
          <p:cNvSpPr/>
          <p:nvPr/>
        </p:nvSpPr>
        <p:spPr>
          <a:xfrm>
            <a:off x="707814" y="2194272"/>
            <a:ext cx="1279184" cy="4004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ファイル管理</a:t>
            </a:r>
            <a:br>
              <a:rPr lang="ja-JP" altLang="en-US" sz="792" dirty="0"/>
            </a:br>
            <a:r>
              <a:rPr lang="ja-JP" altLang="en-US" sz="792" dirty="0"/>
              <a:t>システムにアクセス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6CB6714-5922-5E7D-3F2E-B8CB380A686C}"/>
              </a:ext>
            </a:extLst>
          </p:cNvPr>
          <p:cNvSpPr/>
          <p:nvPr/>
        </p:nvSpPr>
        <p:spPr>
          <a:xfrm>
            <a:off x="2418144" y="2194272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ログイン画面を</a:t>
            </a:r>
            <a:br>
              <a:rPr lang="ja-JP" altLang="en-US" sz="792" dirty="0"/>
            </a:br>
            <a:r>
              <a:rPr lang="ja-JP" altLang="en-US" sz="792" dirty="0"/>
              <a:t>表示</a:t>
            </a: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2F44839A-0A86-CA5A-90B3-B88D3AE88299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1987016" y="2394535"/>
            <a:ext cx="431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061875F-043E-6375-E516-A2E75978FC09}"/>
              </a:ext>
            </a:extLst>
          </p:cNvPr>
          <p:cNvSpPr/>
          <p:nvPr/>
        </p:nvSpPr>
        <p:spPr>
          <a:xfrm>
            <a:off x="4128469" y="2194268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入力情報を受信</a:t>
            </a: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4DB189DA-11D7-493D-384F-961D7FC5897D}"/>
              </a:ext>
            </a:extLst>
          </p:cNvPr>
          <p:cNvCxnSpPr>
            <a:stCxn id="5" idx="3"/>
            <a:endCxn id="11" idx="1"/>
          </p:cNvCxnSpPr>
          <p:nvPr/>
        </p:nvCxnSpPr>
        <p:spPr>
          <a:xfrm flipV="1">
            <a:off x="3697346" y="2394535"/>
            <a:ext cx="431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ひし形 14">
            <a:extLst>
              <a:ext uri="{FF2B5EF4-FFF2-40B4-BE49-F238E27FC236}">
                <a16:creationId xmlns:a16="http://schemas.microsoft.com/office/drawing/2014/main" id="{54C4E210-F058-6C5C-1AEB-6A6A4CA19457}"/>
              </a:ext>
            </a:extLst>
          </p:cNvPr>
          <p:cNvSpPr/>
          <p:nvPr/>
        </p:nvSpPr>
        <p:spPr>
          <a:xfrm>
            <a:off x="5838790" y="2194268"/>
            <a:ext cx="1476847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入力情報のチェック</a:t>
            </a: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3FE36013-5BEF-C416-0194-B0BF5CBCBB7F}"/>
              </a:ext>
            </a:extLst>
          </p:cNvPr>
          <p:cNvCxnSpPr>
            <a:stCxn id="11" idx="3"/>
          </p:cNvCxnSpPr>
          <p:nvPr/>
        </p:nvCxnSpPr>
        <p:spPr>
          <a:xfrm flipV="1">
            <a:off x="5407676" y="2394533"/>
            <a:ext cx="431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コネクタ: カギ線 23">
            <a:extLst>
              <a:ext uri="{FF2B5EF4-FFF2-40B4-BE49-F238E27FC236}">
                <a16:creationId xmlns:a16="http://schemas.microsoft.com/office/drawing/2014/main" id="{DD9F9D51-D6FE-5154-7F01-D7F6404613CD}"/>
              </a:ext>
            </a:extLst>
          </p:cNvPr>
          <p:cNvCxnSpPr>
            <a:cxnSpLocks/>
            <a:stCxn id="15" idx="0"/>
            <a:endCxn id="25" idx="3"/>
          </p:cNvCxnSpPr>
          <p:nvPr/>
        </p:nvCxnSpPr>
        <p:spPr>
          <a:xfrm rot="16200000" flipV="1">
            <a:off x="5740713" y="1357767"/>
            <a:ext cx="503451" cy="116955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BEC10DC-21BF-F51D-4CC9-81992866B4E2}"/>
              </a:ext>
            </a:extLst>
          </p:cNvPr>
          <p:cNvSpPr/>
          <p:nvPr/>
        </p:nvSpPr>
        <p:spPr>
          <a:xfrm>
            <a:off x="4128469" y="1490597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エラーメッセージを</a:t>
            </a:r>
            <a:endParaRPr lang="en-US" altLang="ja-JP" sz="792" dirty="0"/>
          </a:p>
          <a:p>
            <a:pPr algn="ctr"/>
            <a:r>
              <a:rPr lang="ja-JP" altLang="en-US" sz="792" dirty="0"/>
              <a:t>表示</a:t>
            </a:r>
          </a:p>
        </p:txBody>
      </p:sp>
      <p:cxnSp>
        <p:nvCxnSpPr>
          <p:cNvPr id="27" name="コネクタ: カギ線 26">
            <a:extLst>
              <a:ext uri="{FF2B5EF4-FFF2-40B4-BE49-F238E27FC236}">
                <a16:creationId xmlns:a16="http://schemas.microsoft.com/office/drawing/2014/main" id="{46E124A6-8671-E50C-F740-0F17731361B4}"/>
              </a:ext>
            </a:extLst>
          </p:cNvPr>
          <p:cNvCxnSpPr>
            <a:cxnSpLocks/>
            <a:stCxn id="25" idx="1"/>
            <a:endCxn id="5" idx="0"/>
          </p:cNvCxnSpPr>
          <p:nvPr/>
        </p:nvCxnSpPr>
        <p:spPr>
          <a:xfrm rot="10800000" flipV="1">
            <a:off x="3057746" y="1690822"/>
            <a:ext cx="1070733" cy="50345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A8005504-A88B-A329-3673-87CB4154C901}"/>
              </a:ext>
            </a:extLst>
          </p:cNvPr>
          <p:cNvSpPr txBox="1"/>
          <p:nvPr/>
        </p:nvSpPr>
        <p:spPr>
          <a:xfrm>
            <a:off x="6576738" y="2050374"/>
            <a:ext cx="462200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792" dirty="0"/>
              <a:t>不正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FFDAAD52-08B7-B131-6B50-17C7C26A4ED9}"/>
              </a:ext>
            </a:extLst>
          </p:cNvPr>
          <p:cNvSpPr txBox="1"/>
          <p:nvPr/>
        </p:nvSpPr>
        <p:spPr>
          <a:xfrm>
            <a:off x="6945951" y="2433869"/>
            <a:ext cx="462200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792" dirty="0"/>
              <a:t>正常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1F983463-C544-A29C-B59B-3A7802308383}"/>
              </a:ext>
            </a:extLst>
          </p:cNvPr>
          <p:cNvSpPr/>
          <p:nvPr/>
        </p:nvSpPr>
        <p:spPr>
          <a:xfrm>
            <a:off x="7746786" y="2194268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ファイル検索画面</a:t>
            </a:r>
          </a:p>
        </p:txBody>
      </p: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9BB2F4C9-FFF6-DBFF-975B-09C2E51BC45C}"/>
              </a:ext>
            </a:extLst>
          </p:cNvPr>
          <p:cNvCxnSpPr>
            <a:stCxn id="15" idx="3"/>
            <a:endCxn id="32" idx="1"/>
          </p:cNvCxnSpPr>
          <p:nvPr/>
        </p:nvCxnSpPr>
        <p:spPr>
          <a:xfrm flipV="1">
            <a:off x="7315666" y="2394535"/>
            <a:ext cx="431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11AA9F62-C8EC-9E2C-6271-B26D3168D087}"/>
              </a:ext>
            </a:extLst>
          </p:cNvPr>
          <p:cNvSpPr/>
          <p:nvPr/>
        </p:nvSpPr>
        <p:spPr>
          <a:xfrm>
            <a:off x="9457115" y="2194266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ファイル検索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F6FAD318-8A9B-E683-535A-C78618F52CA0}"/>
              </a:ext>
            </a:extLst>
          </p:cNvPr>
          <p:cNvSpPr/>
          <p:nvPr/>
        </p:nvSpPr>
        <p:spPr>
          <a:xfrm>
            <a:off x="11167444" y="2194266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検索結果表示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7A729922-D228-84C8-82DE-5E4A51758959}"/>
              </a:ext>
            </a:extLst>
          </p:cNvPr>
          <p:cNvSpPr/>
          <p:nvPr/>
        </p:nvSpPr>
        <p:spPr>
          <a:xfrm>
            <a:off x="12877768" y="2194260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792" dirty="0"/>
              <a:t>『DL』</a:t>
            </a:r>
            <a:r>
              <a:rPr lang="ja-JP" altLang="en-US" sz="792" dirty="0"/>
              <a:t>ボタン押下</a:t>
            </a: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CC07A435-4790-B0ED-0DEC-49FA67718308}"/>
              </a:ext>
            </a:extLst>
          </p:cNvPr>
          <p:cNvSpPr/>
          <p:nvPr/>
        </p:nvSpPr>
        <p:spPr>
          <a:xfrm>
            <a:off x="14588096" y="2194260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ファイルダウンロード</a:t>
            </a:r>
          </a:p>
        </p:txBody>
      </p:sp>
      <p:cxnSp>
        <p:nvCxnSpPr>
          <p:cNvPr id="54" name="コネクタ: カギ線 53">
            <a:extLst>
              <a:ext uri="{FF2B5EF4-FFF2-40B4-BE49-F238E27FC236}">
                <a16:creationId xmlns:a16="http://schemas.microsoft.com/office/drawing/2014/main" id="{417AE52A-09AE-440B-52FF-3F36D15AB01F}"/>
              </a:ext>
            </a:extLst>
          </p:cNvPr>
          <p:cNvCxnSpPr>
            <a:cxnSpLocks/>
            <a:stCxn id="52" idx="0"/>
            <a:endCxn id="32" idx="0"/>
          </p:cNvCxnSpPr>
          <p:nvPr/>
        </p:nvCxnSpPr>
        <p:spPr>
          <a:xfrm rot="16200000" flipH="1" flipV="1">
            <a:off x="11806999" y="-1226393"/>
            <a:ext cx="2" cy="6841306"/>
          </a:xfrm>
          <a:prstGeom prst="bentConnector3">
            <a:avLst>
              <a:gd name="adj1" fmla="val -114300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CB59A520-91EA-0CD5-14FA-CFB0C7F83A1F}"/>
              </a:ext>
            </a:extLst>
          </p:cNvPr>
          <p:cNvCxnSpPr>
            <a:stCxn id="32" idx="3"/>
            <a:endCxn id="49" idx="1"/>
          </p:cNvCxnSpPr>
          <p:nvPr/>
        </p:nvCxnSpPr>
        <p:spPr>
          <a:xfrm flipV="1">
            <a:off x="9025991" y="2394535"/>
            <a:ext cx="431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A562C088-F65F-987A-384F-C1C190ADF9B9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>
            <a:off x="10736317" y="2394479"/>
            <a:ext cx="4311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201AFD83-31AD-508D-4AA3-675AEC90DB20}"/>
              </a:ext>
            </a:extLst>
          </p:cNvPr>
          <p:cNvCxnSpPr>
            <a:cxnSpLocks/>
            <a:stCxn id="50" idx="3"/>
            <a:endCxn id="51" idx="1"/>
          </p:cNvCxnSpPr>
          <p:nvPr/>
        </p:nvCxnSpPr>
        <p:spPr>
          <a:xfrm flipV="1">
            <a:off x="12446646" y="2394533"/>
            <a:ext cx="431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矢印コネクタ 63">
            <a:extLst>
              <a:ext uri="{FF2B5EF4-FFF2-40B4-BE49-F238E27FC236}">
                <a16:creationId xmlns:a16="http://schemas.microsoft.com/office/drawing/2014/main" id="{8D16150F-C391-0AB2-2669-C40549073238}"/>
              </a:ext>
            </a:extLst>
          </p:cNvPr>
          <p:cNvCxnSpPr>
            <a:cxnSpLocks/>
            <a:stCxn id="51" idx="3"/>
            <a:endCxn id="52" idx="1"/>
          </p:cNvCxnSpPr>
          <p:nvPr/>
        </p:nvCxnSpPr>
        <p:spPr>
          <a:xfrm>
            <a:off x="14156971" y="2394477"/>
            <a:ext cx="4311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3C23E9D1-8AD6-0DE1-BF4F-60EFEF88375C}"/>
              </a:ext>
            </a:extLst>
          </p:cNvPr>
          <p:cNvGrpSpPr/>
          <p:nvPr/>
        </p:nvGrpSpPr>
        <p:grpSpPr>
          <a:xfrm>
            <a:off x="23105379" y="532234"/>
            <a:ext cx="1745699" cy="3282690"/>
            <a:chOff x="912922" y="3807538"/>
            <a:chExt cx="1745699" cy="3282690"/>
          </a:xfrm>
        </p:grpSpPr>
        <p:sp>
          <p:nvSpPr>
            <p:cNvPr id="235" name="正方形/長方形 234">
              <a:extLst>
                <a:ext uri="{FF2B5EF4-FFF2-40B4-BE49-F238E27FC236}">
                  <a16:creationId xmlns:a16="http://schemas.microsoft.com/office/drawing/2014/main" id="{0C0CBD53-58B4-E256-7D5A-86B2D07B40A2}"/>
                </a:ext>
              </a:extLst>
            </p:cNvPr>
            <p:cNvSpPr/>
            <p:nvPr/>
          </p:nvSpPr>
          <p:spPr>
            <a:xfrm>
              <a:off x="912922" y="3807538"/>
              <a:ext cx="1745699" cy="328269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2747" dirty="0"/>
            </a:p>
          </p:txBody>
        </p:sp>
        <p:sp>
          <p:nvSpPr>
            <p:cNvPr id="237" name="四角形: 角を丸くする 236">
              <a:extLst>
                <a:ext uri="{FF2B5EF4-FFF2-40B4-BE49-F238E27FC236}">
                  <a16:creationId xmlns:a16="http://schemas.microsoft.com/office/drawing/2014/main" id="{7C993A88-C60D-1C83-7381-B3B32052C60A}"/>
                </a:ext>
              </a:extLst>
            </p:cNvPr>
            <p:cNvSpPr/>
            <p:nvPr/>
          </p:nvSpPr>
          <p:spPr>
            <a:xfrm>
              <a:off x="1138960" y="3979936"/>
              <a:ext cx="1279184" cy="40044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792" dirty="0"/>
                <a:t>端子</a:t>
              </a:r>
            </a:p>
          </p:txBody>
        </p:sp>
        <p:sp>
          <p:nvSpPr>
            <p:cNvPr id="238" name="正方形/長方形 237">
              <a:extLst>
                <a:ext uri="{FF2B5EF4-FFF2-40B4-BE49-F238E27FC236}">
                  <a16:creationId xmlns:a16="http://schemas.microsoft.com/office/drawing/2014/main" id="{0F82FEC6-4EA5-6A1A-C6E9-D8D69F51C5B4}"/>
                </a:ext>
              </a:extLst>
            </p:cNvPr>
            <p:cNvSpPr/>
            <p:nvPr/>
          </p:nvSpPr>
          <p:spPr>
            <a:xfrm>
              <a:off x="1138960" y="4552785"/>
              <a:ext cx="1279184" cy="40044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792" dirty="0"/>
                <a:t>処理</a:t>
              </a:r>
            </a:p>
          </p:txBody>
        </p:sp>
        <p:sp>
          <p:nvSpPr>
            <p:cNvPr id="239" name="ひし形 238">
              <a:extLst>
                <a:ext uri="{FF2B5EF4-FFF2-40B4-BE49-F238E27FC236}">
                  <a16:creationId xmlns:a16="http://schemas.microsoft.com/office/drawing/2014/main" id="{2FD40EDA-4E90-4F9F-2EF7-535B7B9E288C}"/>
                </a:ext>
              </a:extLst>
            </p:cNvPr>
            <p:cNvSpPr/>
            <p:nvPr/>
          </p:nvSpPr>
          <p:spPr>
            <a:xfrm>
              <a:off x="1051191" y="5125635"/>
              <a:ext cx="1476847" cy="400440"/>
            </a:xfrm>
            <a:prstGeom prst="diamon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792" dirty="0"/>
                <a:t>判定</a:t>
              </a:r>
            </a:p>
          </p:txBody>
        </p:sp>
        <p:sp>
          <p:nvSpPr>
            <p:cNvPr id="240" name="円柱 239">
              <a:extLst>
                <a:ext uri="{FF2B5EF4-FFF2-40B4-BE49-F238E27FC236}">
                  <a16:creationId xmlns:a16="http://schemas.microsoft.com/office/drawing/2014/main" id="{AC7407D5-EA56-7F64-B6E6-DE830180E2FC}"/>
                </a:ext>
              </a:extLst>
            </p:cNvPr>
            <p:cNvSpPr/>
            <p:nvPr/>
          </p:nvSpPr>
          <p:spPr>
            <a:xfrm>
              <a:off x="1150025" y="5698479"/>
              <a:ext cx="1279184" cy="400440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792" dirty="0"/>
                <a:t>システム</a:t>
              </a:r>
            </a:p>
          </p:txBody>
        </p:sp>
        <p:cxnSp>
          <p:nvCxnSpPr>
            <p:cNvPr id="242" name="直線矢印コネクタ 241">
              <a:extLst>
                <a:ext uri="{FF2B5EF4-FFF2-40B4-BE49-F238E27FC236}">
                  <a16:creationId xmlns:a16="http://schemas.microsoft.com/office/drawing/2014/main" id="{6A555933-0BC3-8044-EC0A-EEB3949486CD}"/>
                </a:ext>
              </a:extLst>
            </p:cNvPr>
            <p:cNvCxnSpPr/>
            <p:nvPr/>
          </p:nvCxnSpPr>
          <p:spPr>
            <a:xfrm>
              <a:off x="1140915" y="6440296"/>
              <a:ext cx="132673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3" name="グループ化 252">
              <a:extLst>
                <a:ext uri="{FF2B5EF4-FFF2-40B4-BE49-F238E27FC236}">
                  <a16:creationId xmlns:a16="http://schemas.microsoft.com/office/drawing/2014/main" id="{3A5D39B4-1C35-C6C8-DC8F-DCE2C6944052}"/>
                </a:ext>
              </a:extLst>
            </p:cNvPr>
            <p:cNvGrpSpPr/>
            <p:nvPr/>
          </p:nvGrpSpPr>
          <p:grpSpPr>
            <a:xfrm>
              <a:off x="1146108" y="6746972"/>
              <a:ext cx="1324729" cy="22"/>
              <a:chOff x="15930288" y="1206779"/>
              <a:chExt cx="1170968" cy="11"/>
            </a:xfrm>
          </p:grpSpPr>
          <p:cxnSp>
            <p:nvCxnSpPr>
              <p:cNvPr id="254" name="直線矢印コネクタ 253">
                <a:extLst>
                  <a:ext uri="{FF2B5EF4-FFF2-40B4-BE49-F238E27FC236}">
                    <a16:creationId xmlns:a16="http://schemas.microsoft.com/office/drawing/2014/main" id="{DAF49719-E9A7-F421-8C89-652C830A8F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30288" y="1206779"/>
                <a:ext cx="1104250" cy="0"/>
              </a:xfrm>
              <a:prstGeom prst="straightConnector1">
                <a:avLst/>
              </a:prstGeom>
              <a:ln w="9525" cap="flat" cmpd="sng" algn="ctr">
                <a:solidFill>
                  <a:schemeClr val="accent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55" name="直線矢印コネクタ 254">
                <a:extLst>
                  <a:ext uri="{FF2B5EF4-FFF2-40B4-BE49-F238E27FC236}">
                    <a16:creationId xmlns:a16="http://schemas.microsoft.com/office/drawing/2014/main" id="{55B21CFB-21F5-9702-BB9E-926A1F097D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34533" y="1206789"/>
                <a:ext cx="66723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8" name="テキスト ボックス 257">
              <a:extLst>
                <a:ext uri="{FF2B5EF4-FFF2-40B4-BE49-F238E27FC236}">
                  <a16:creationId xmlns:a16="http://schemas.microsoft.com/office/drawing/2014/main" id="{B66054AD-CB08-4250-509E-96A3CE204A63}"/>
                </a:ext>
              </a:extLst>
            </p:cNvPr>
            <p:cNvSpPr txBox="1"/>
            <p:nvPr/>
          </p:nvSpPr>
          <p:spPr>
            <a:xfrm>
              <a:off x="1510607" y="6428185"/>
              <a:ext cx="766468" cy="214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792" dirty="0"/>
                <a:t>処理の流れ</a:t>
              </a:r>
            </a:p>
          </p:txBody>
        </p:sp>
        <p:sp>
          <p:nvSpPr>
            <p:cNvPr id="259" name="テキスト ボックス 258">
              <a:extLst>
                <a:ext uri="{FF2B5EF4-FFF2-40B4-BE49-F238E27FC236}">
                  <a16:creationId xmlns:a16="http://schemas.microsoft.com/office/drawing/2014/main" id="{A3C917FA-8688-8EC3-00FF-E1D0342C0D6A}"/>
                </a:ext>
              </a:extLst>
            </p:cNvPr>
            <p:cNvSpPr txBox="1"/>
            <p:nvPr/>
          </p:nvSpPr>
          <p:spPr>
            <a:xfrm>
              <a:off x="1423063" y="6770860"/>
              <a:ext cx="941522" cy="214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792" dirty="0"/>
                <a:t>データの流れ</a:t>
              </a:r>
            </a:p>
          </p:txBody>
        </p:sp>
      </p:grp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0D10A8DA-1B43-4EB9-D96C-202D8BB0A050}"/>
              </a:ext>
            </a:extLst>
          </p:cNvPr>
          <p:cNvSpPr/>
          <p:nvPr/>
        </p:nvSpPr>
        <p:spPr>
          <a:xfrm>
            <a:off x="227296" y="428020"/>
            <a:ext cx="3074703" cy="91111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526" dirty="0">
                <a:latin typeface="游ゴシック 本文"/>
              </a:rPr>
              <a:t>業務フロー図 </a:t>
            </a:r>
            <a:endParaRPr lang="en-US" altLang="ja-JP" sz="1526" dirty="0">
              <a:latin typeface="游ゴシック 本文"/>
            </a:endParaRPr>
          </a:p>
          <a:p>
            <a:pPr algn="ctr"/>
            <a:r>
              <a:rPr lang="en-US" altLang="ja-JP" sz="1526" dirty="0">
                <a:latin typeface="游ゴシック 本文"/>
              </a:rPr>
              <a:t>(</a:t>
            </a:r>
            <a:r>
              <a:rPr lang="ja-JP" altLang="en-US" sz="1526" dirty="0">
                <a:latin typeface="游ゴシック 本文"/>
              </a:rPr>
              <a:t>システム内部の運用フロー</a:t>
            </a:r>
            <a:r>
              <a:rPr lang="en-US" altLang="ja-JP" sz="1526" dirty="0">
                <a:latin typeface="游ゴシック 本文"/>
              </a:rPr>
              <a:t>)</a:t>
            </a:r>
            <a:endParaRPr lang="ja-JP" altLang="en-US" sz="1526" dirty="0">
              <a:latin typeface="游ゴシック 本文"/>
            </a:endParaRPr>
          </a:p>
        </p:txBody>
      </p:sp>
      <p:sp>
        <p:nvSpPr>
          <p:cNvPr id="128" name="正方形/長方形 127">
            <a:extLst>
              <a:ext uri="{FF2B5EF4-FFF2-40B4-BE49-F238E27FC236}">
                <a16:creationId xmlns:a16="http://schemas.microsoft.com/office/drawing/2014/main" id="{34DB2FF7-EF39-EBD0-D962-9B6D38E404C6}"/>
              </a:ext>
            </a:extLst>
          </p:cNvPr>
          <p:cNvSpPr/>
          <p:nvPr/>
        </p:nvSpPr>
        <p:spPr>
          <a:xfrm>
            <a:off x="14588096" y="3150097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ファイル登録に</a:t>
            </a:r>
            <a:endParaRPr lang="en-US" altLang="ja-JP" sz="792" dirty="0"/>
          </a:p>
          <a:p>
            <a:pPr algn="ctr"/>
            <a:r>
              <a:rPr lang="ja-JP" altLang="en-US" sz="792" dirty="0"/>
              <a:t>必要な情報を入力</a:t>
            </a:r>
          </a:p>
        </p:txBody>
      </p:sp>
      <p:sp>
        <p:nvSpPr>
          <p:cNvPr id="132" name="正方形/長方形 131">
            <a:extLst>
              <a:ext uri="{FF2B5EF4-FFF2-40B4-BE49-F238E27FC236}">
                <a16:creationId xmlns:a16="http://schemas.microsoft.com/office/drawing/2014/main" id="{C5ADF831-59C5-8CD3-C111-AB9E67A7850E}"/>
              </a:ext>
            </a:extLst>
          </p:cNvPr>
          <p:cNvSpPr/>
          <p:nvPr/>
        </p:nvSpPr>
        <p:spPr>
          <a:xfrm>
            <a:off x="12877774" y="3150097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ファイル登録画面</a:t>
            </a:r>
          </a:p>
        </p:txBody>
      </p:sp>
      <p:sp>
        <p:nvSpPr>
          <p:cNvPr id="136" name="正方形/長方形 135">
            <a:extLst>
              <a:ext uri="{FF2B5EF4-FFF2-40B4-BE49-F238E27FC236}">
                <a16:creationId xmlns:a16="http://schemas.microsoft.com/office/drawing/2014/main" id="{801DB6A9-9FBE-80F4-9F42-F2B8343E2B53}"/>
              </a:ext>
            </a:extLst>
          </p:cNvPr>
          <p:cNvSpPr/>
          <p:nvPr/>
        </p:nvSpPr>
        <p:spPr>
          <a:xfrm>
            <a:off x="11167444" y="3150095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792" dirty="0"/>
              <a:t>『</a:t>
            </a:r>
            <a:r>
              <a:rPr lang="ja-JP" altLang="en-US" sz="792" dirty="0"/>
              <a:t>登録</a:t>
            </a:r>
            <a:r>
              <a:rPr lang="en-US" altLang="ja-JP" sz="792" dirty="0"/>
              <a:t>』</a:t>
            </a:r>
            <a:r>
              <a:rPr lang="ja-JP" altLang="en-US" sz="792" dirty="0"/>
              <a:t>ボタン押下</a:t>
            </a:r>
          </a:p>
        </p:txBody>
      </p: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8C8B1821-756E-52A8-5C5E-2B7AE7BA96F2}"/>
              </a:ext>
            </a:extLst>
          </p:cNvPr>
          <p:cNvSpPr/>
          <p:nvPr/>
        </p:nvSpPr>
        <p:spPr>
          <a:xfrm>
            <a:off x="9457114" y="3150095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ファイル管理画面</a:t>
            </a:r>
          </a:p>
        </p:txBody>
      </p:sp>
      <p:sp>
        <p:nvSpPr>
          <p:cNvPr id="138" name="ひし形 137">
            <a:extLst>
              <a:ext uri="{FF2B5EF4-FFF2-40B4-BE49-F238E27FC236}">
                <a16:creationId xmlns:a16="http://schemas.microsoft.com/office/drawing/2014/main" id="{C1C3151B-F7D8-431E-092F-E3B5691FE5CC}"/>
              </a:ext>
            </a:extLst>
          </p:cNvPr>
          <p:cNvSpPr/>
          <p:nvPr/>
        </p:nvSpPr>
        <p:spPr>
          <a:xfrm>
            <a:off x="16199574" y="3150095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確認</a:t>
            </a:r>
            <a:endParaRPr lang="en-US" altLang="ja-JP" sz="792" dirty="0"/>
          </a:p>
          <a:p>
            <a:pPr algn="ctr"/>
            <a:r>
              <a:rPr lang="ja-JP" altLang="en-US" sz="792" dirty="0"/>
              <a:t>ダイアログ</a:t>
            </a:r>
          </a:p>
        </p:txBody>
      </p:sp>
      <p:sp>
        <p:nvSpPr>
          <p:cNvPr id="145" name="ひし形 144">
            <a:extLst>
              <a:ext uri="{FF2B5EF4-FFF2-40B4-BE49-F238E27FC236}">
                <a16:creationId xmlns:a16="http://schemas.microsoft.com/office/drawing/2014/main" id="{29F4C154-3B03-A1F8-558A-F72976C00357}"/>
              </a:ext>
            </a:extLst>
          </p:cNvPr>
          <p:cNvSpPr/>
          <p:nvPr/>
        </p:nvSpPr>
        <p:spPr>
          <a:xfrm>
            <a:off x="17909901" y="3150093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拡張子が</a:t>
            </a:r>
            <a:endParaRPr lang="en-US" altLang="ja-JP" sz="792" dirty="0"/>
          </a:p>
          <a:p>
            <a:pPr algn="ctr"/>
            <a:r>
              <a:rPr lang="ja-JP" altLang="en-US" sz="792" dirty="0"/>
              <a:t>正しいか</a:t>
            </a:r>
          </a:p>
        </p:txBody>
      </p:sp>
      <p:sp>
        <p:nvSpPr>
          <p:cNvPr id="146" name="正方形/長方形 145">
            <a:extLst>
              <a:ext uri="{FF2B5EF4-FFF2-40B4-BE49-F238E27FC236}">
                <a16:creationId xmlns:a16="http://schemas.microsoft.com/office/drawing/2014/main" id="{76BE3192-F872-F4EA-730C-A6689494B80A}"/>
              </a:ext>
            </a:extLst>
          </p:cNvPr>
          <p:cNvSpPr/>
          <p:nvPr/>
        </p:nvSpPr>
        <p:spPr>
          <a:xfrm>
            <a:off x="19720729" y="3722945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ファイル登録完了</a:t>
            </a:r>
          </a:p>
        </p:txBody>
      </p:sp>
      <p:sp>
        <p:nvSpPr>
          <p:cNvPr id="150" name="円柱 149">
            <a:extLst>
              <a:ext uri="{FF2B5EF4-FFF2-40B4-BE49-F238E27FC236}">
                <a16:creationId xmlns:a16="http://schemas.microsoft.com/office/drawing/2014/main" id="{BA7D3168-4A1B-171C-BCF7-F29468EF26ED}"/>
              </a:ext>
            </a:extLst>
          </p:cNvPr>
          <p:cNvSpPr/>
          <p:nvPr/>
        </p:nvSpPr>
        <p:spPr>
          <a:xfrm>
            <a:off x="21431052" y="3150088"/>
            <a:ext cx="1279184" cy="40044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システム</a:t>
            </a:r>
          </a:p>
        </p:txBody>
      </p:sp>
      <p:cxnSp>
        <p:nvCxnSpPr>
          <p:cNvPr id="151" name="直線矢印コネクタ 150">
            <a:extLst>
              <a:ext uri="{FF2B5EF4-FFF2-40B4-BE49-F238E27FC236}">
                <a16:creationId xmlns:a16="http://schemas.microsoft.com/office/drawing/2014/main" id="{9B150204-EC86-3B0C-1086-F2AD7B021229}"/>
              </a:ext>
            </a:extLst>
          </p:cNvPr>
          <p:cNvCxnSpPr>
            <a:cxnSpLocks/>
            <a:endCxn id="146" idx="0"/>
          </p:cNvCxnSpPr>
          <p:nvPr/>
        </p:nvCxnSpPr>
        <p:spPr>
          <a:xfrm>
            <a:off x="20360285" y="3350315"/>
            <a:ext cx="0" cy="372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正方形/長方形 153">
            <a:extLst>
              <a:ext uri="{FF2B5EF4-FFF2-40B4-BE49-F238E27FC236}">
                <a16:creationId xmlns:a16="http://schemas.microsoft.com/office/drawing/2014/main" id="{810C8A63-F2E9-AF67-2A08-028E8596420D}"/>
              </a:ext>
            </a:extLst>
          </p:cNvPr>
          <p:cNvSpPr/>
          <p:nvPr/>
        </p:nvSpPr>
        <p:spPr>
          <a:xfrm>
            <a:off x="18004731" y="3722933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エラーメッセージを</a:t>
            </a:r>
            <a:endParaRPr lang="en-US" altLang="ja-JP" sz="792" dirty="0"/>
          </a:p>
          <a:p>
            <a:pPr algn="ctr"/>
            <a:r>
              <a:rPr lang="ja-JP" altLang="en-US" sz="792" dirty="0"/>
              <a:t>表示</a:t>
            </a:r>
          </a:p>
        </p:txBody>
      </p:sp>
      <p:cxnSp>
        <p:nvCxnSpPr>
          <p:cNvPr id="156" name="コネクタ: カギ線 155">
            <a:extLst>
              <a:ext uri="{FF2B5EF4-FFF2-40B4-BE49-F238E27FC236}">
                <a16:creationId xmlns:a16="http://schemas.microsoft.com/office/drawing/2014/main" id="{FDDDFA97-A161-E182-6472-43A76DEB4E94}"/>
              </a:ext>
            </a:extLst>
          </p:cNvPr>
          <p:cNvCxnSpPr>
            <a:cxnSpLocks/>
            <a:stCxn id="154" idx="1"/>
            <a:endCxn id="132" idx="2"/>
          </p:cNvCxnSpPr>
          <p:nvPr/>
        </p:nvCxnSpPr>
        <p:spPr>
          <a:xfrm rot="10800000">
            <a:off x="13517370" y="3550568"/>
            <a:ext cx="4487366" cy="3726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線コネクタ 156">
            <a:extLst>
              <a:ext uri="{FF2B5EF4-FFF2-40B4-BE49-F238E27FC236}">
                <a16:creationId xmlns:a16="http://schemas.microsoft.com/office/drawing/2014/main" id="{2EB675EA-5B51-5C60-A9A9-6A56D3E107F9}"/>
              </a:ext>
            </a:extLst>
          </p:cNvPr>
          <p:cNvCxnSpPr>
            <a:cxnSpLocks/>
          </p:cNvCxnSpPr>
          <p:nvPr/>
        </p:nvCxnSpPr>
        <p:spPr>
          <a:xfrm>
            <a:off x="16937979" y="3550573"/>
            <a:ext cx="0" cy="372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線矢印コネクタ 157">
            <a:extLst>
              <a:ext uri="{FF2B5EF4-FFF2-40B4-BE49-F238E27FC236}">
                <a16:creationId xmlns:a16="http://schemas.microsoft.com/office/drawing/2014/main" id="{F1E8C423-804C-D4EF-8DEF-9401873C491A}"/>
              </a:ext>
            </a:extLst>
          </p:cNvPr>
          <p:cNvCxnSpPr>
            <a:endCxn id="154" idx="0"/>
          </p:cNvCxnSpPr>
          <p:nvPr/>
        </p:nvCxnSpPr>
        <p:spPr>
          <a:xfrm>
            <a:off x="18644288" y="3550561"/>
            <a:ext cx="0" cy="172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線矢印コネクタ 159">
            <a:extLst>
              <a:ext uri="{FF2B5EF4-FFF2-40B4-BE49-F238E27FC236}">
                <a16:creationId xmlns:a16="http://schemas.microsoft.com/office/drawing/2014/main" id="{7D97AD65-5217-F17C-60D8-EF9EF7E32A57}"/>
              </a:ext>
            </a:extLst>
          </p:cNvPr>
          <p:cNvCxnSpPr>
            <a:stCxn id="137" idx="3"/>
            <a:endCxn id="136" idx="1"/>
          </p:cNvCxnSpPr>
          <p:nvPr/>
        </p:nvCxnSpPr>
        <p:spPr>
          <a:xfrm>
            <a:off x="10736319" y="3350369"/>
            <a:ext cx="431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線矢印コネクタ 160">
            <a:extLst>
              <a:ext uri="{FF2B5EF4-FFF2-40B4-BE49-F238E27FC236}">
                <a16:creationId xmlns:a16="http://schemas.microsoft.com/office/drawing/2014/main" id="{623CD845-5E34-7301-5189-8971F9F314C3}"/>
              </a:ext>
            </a:extLst>
          </p:cNvPr>
          <p:cNvCxnSpPr>
            <a:cxnSpLocks/>
            <a:stCxn id="136" idx="3"/>
            <a:endCxn id="132" idx="1"/>
          </p:cNvCxnSpPr>
          <p:nvPr/>
        </p:nvCxnSpPr>
        <p:spPr>
          <a:xfrm>
            <a:off x="12446648" y="3350369"/>
            <a:ext cx="431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線矢印コネクタ 161">
            <a:extLst>
              <a:ext uri="{FF2B5EF4-FFF2-40B4-BE49-F238E27FC236}">
                <a16:creationId xmlns:a16="http://schemas.microsoft.com/office/drawing/2014/main" id="{C8734615-611D-527D-7251-9C6B41CCC1DE}"/>
              </a:ext>
            </a:extLst>
          </p:cNvPr>
          <p:cNvCxnSpPr>
            <a:cxnSpLocks/>
            <a:stCxn id="132" idx="3"/>
            <a:endCxn id="128" idx="1"/>
          </p:cNvCxnSpPr>
          <p:nvPr/>
        </p:nvCxnSpPr>
        <p:spPr>
          <a:xfrm>
            <a:off x="14156977" y="3350309"/>
            <a:ext cx="4311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39175936-3618-EF17-9CF1-3E837CC51B5B}"/>
              </a:ext>
            </a:extLst>
          </p:cNvPr>
          <p:cNvCxnSpPr>
            <a:cxnSpLocks/>
            <a:stCxn id="128" idx="3"/>
            <a:endCxn id="138" idx="1"/>
          </p:cNvCxnSpPr>
          <p:nvPr/>
        </p:nvCxnSpPr>
        <p:spPr>
          <a:xfrm flipV="1">
            <a:off x="15867306" y="3350353"/>
            <a:ext cx="332311" cy="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ABC0C528-CEF9-584E-0361-81530D97B158}"/>
              </a:ext>
            </a:extLst>
          </p:cNvPr>
          <p:cNvCxnSpPr>
            <a:cxnSpLocks/>
            <a:stCxn id="138" idx="3"/>
            <a:endCxn id="145" idx="1"/>
          </p:cNvCxnSpPr>
          <p:nvPr/>
        </p:nvCxnSpPr>
        <p:spPr>
          <a:xfrm flipV="1">
            <a:off x="17676405" y="3350369"/>
            <a:ext cx="2334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正方形/長方形 172">
            <a:extLst>
              <a:ext uri="{FF2B5EF4-FFF2-40B4-BE49-F238E27FC236}">
                <a16:creationId xmlns:a16="http://schemas.microsoft.com/office/drawing/2014/main" id="{50995884-6E24-4783-DD8F-B939941EED7B}"/>
              </a:ext>
            </a:extLst>
          </p:cNvPr>
          <p:cNvSpPr/>
          <p:nvPr/>
        </p:nvSpPr>
        <p:spPr>
          <a:xfrm>
            <a:off x="14588096" y="4295786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ファイル更新に</a:t>
            </a:r>
            <a:endParaRPr lang="en-US" altLang="ja-JP" sz="792" dirty="0"/>
          </a:p>
          <a:p>
            <a:pPr algn="ctr"/>
            <a:r>
              <a:rPr lang="ja-JP" altLang="en-US" sz="792" dirty="0"/>
              <a:t>必要な情報を入力</a:t>
            </a:r>
          </a:p>
        </p:txBody>
      </p:sp>
      <p:sp>
        <p:nvSpPr>
          <p:cNvPr id="184" name="正方形/長方形 183">
            <a:extLst>
              <a:ext uri="{FF2B5EF4-FFF2-40B4-BE49-F238E27FC236}">
                <a16:creationId xmlns:a16="http://schemas.microsoft.com/office/drawing/2014/main" id="{26C95951-D0DC-6006-0865-B01FD7F9C62E}"/>
              </a:ext>
            </a:extLst>
          </p:cNvPr>
          <p:cNvSpPr/>
          <p:nvPr/>
        </p:nvSpPr>
        <p:spPr>
          <a:xfrm>
            <a:off x="12877774" y="4295786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ファイル更新画面</a:t>
            </a:r>
          </a:p>
        </p:txBody>
      </p:sp>
      <p:sp>
        <p:nvSpPr>
          <p:cNvPr id="185" name="正方形/長方形 184">
            <a:extLst>
              <a:ext uri="{FF2B5EF4-FFF2-40B4-BE49-F238E27FC236}">
                <a16:creationId xmlns:a16="http://schemas.microsoft.com/office/drawing/2014/main" id="{FB040AF5-8DB3-FF40-13B2-160B0919BF77}"/>
              </a:ext>
            </a:extLst>
          </p:cNvPr>
          <p:cNvSpPr/>
          <p:nvPr/>
        </p:nvSpPr>
        <p:spPr>
          <a:xfrm>
            <a:off x="11167444" y="4295786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データを選択して</a:t>
            </a:r>
            <a:endParaRPr lang="en-US" altLang="ja-JP" sz="792" dirty="0"/>
          </a:p>
          <a:p>
            <a:pPr algn="ctr"/>
            <a:r>
              <a:rPr lang="en-US" altLang="ja-JP" sz="792" dirty="0"/>
              <a:t>『</a:t>
            </a:r>
            <a:r>
              <a:rPr lang="ja-JP" altLang="en-US" sz="792" dirty="0"/>
              <a:t>更新</a:t>
            </a:r>
            <a:r>
              <a:rPr lang="en-US" altLang="ja-JP" sz="792" dirty="0"/>
              <a:t>』</a:t>
            </a:r>
            <a:r>
              <a:rPr lang="ja-JP" altLang="en-US" sz="792" dirty="0"/>
              <a:t>ボタン押下</a:t>
            </a:r>
          </a:p>
        </p:txBody>
      </p:sp>
      <p:sp>
        <p:nvSpPr>
          <p:cNvPr id="186" name="ひし形 185">
            <a:extLst>
              <a:ext uri="{FF2B5EF4-FFF2-40B4-BE49-F238E27FC236}">
                <a16:creationId xmlns:a16="http://schemas.microsoft.com/office/drawing/2014/main" id="{E9595CCA-9DF6-C905-FE14-11E17AC8340A}"/>
              </a:ext>
            </a:extLst>
          </p:cNvPr>
          <p:cNvSpPr/>
          <p:nvPr/>
        </p:nvSpPr>
        <p:spPr>
          <a:xfrm>
            <a:off x="16199574" y="4295780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確認</a:t>
            </a:r>
            <a:endParaRPr lang="en-US" altLang="ja-JP" sz="792" dirty="0"/>
          </a:p>
          <a:p>
            <a:pPr algn="ctr"/>
            <a:r>
              <a:rPr lang="ja-JP" altLang="en-US" sz="792" dirty="0"/>
              <a:t>ダイアログ</a:t>
            </a:r>
          </a:p>
        </p:txBody>
      </p:sp>
      <p:sp>
        <p:nvSpPr>
          <p:cNvPr id="190" name="ひし形 189">
            <a:extLst>
              <a:ext uri="{FF2B5EF4-FFF2-40B4-BE49-F238E27FC236}">
                <a16:creationId xmlns:a16="http://schemas.microsoft.com/office/drawing/2014/main" id="{3B3D991B-4544-D440-B038-617D474EEAFE}"/>
              </a:ext>
            </a:extLst>
          </p:cNvPr>
          <p:cNvSpPr/>
          <p:nvPr/>
        </p:nvSpPr>
        <p:spPr>
          <a:xfrm>
            <a:off x="17909901" y="4295780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拡張子が</a:t>
            </a:r>
            <a:endParaRPr lang="en-US" altLang="ja-JP" sz="792" dirty="0"/>
          </a:p>
          <a:p>
            <a:pPr algn="ctr"/>
            <a:r>
              <a:rPr lang="ja-JP" altLang="en-US" sz="792" dirty="0"/>
              <a:t>正しいか</a:t>
            </a:r>
          </a:p>
        </p:txBody>
      </p:sp>
      <p:sp>
        <p:nvSpPr>
          <p:cNvPr id="194" name="正方形/長方形 193">
            <a:extLst>
              <a:ext uri="{FF2B5EF4-FFF2-40B4-BE49-F238E27FC236}">
                <a16:creationId xmlns:a16="http://schemas.microsoft.com/office/drawing/2014/main" id="{F554236A-D8BB-53C7-EBBB-93D7433E0687}"/>
              </a:ext>
            </a:extLst>
          </p:cNvPr>
          <p:cNvSpPr/>
          <p:nvPr/>
        </p:nvSpPr>
        <p:spPr>
          <a:xfrm>
            <a:off x="19720729" y="4868636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ファイル更新完了</a:t>
            </a:r>
          </a:p>
        </p:txBody>
      </p:sp>
      <p:sp>
        <p:nvSpPr>
          <p:cNvPr id="196" name="円柱 195">
            <a:extLst>
              <a:ext uri="{FF2B5EF4-FFF2-40B4-BE49-F238E27FC236}">
                <a16:creationId xmlns:a16="http://schemas.microsoft.com/office/drawing/2014/main" id="{BA6A41A9-011B-F476-65C7-1E11289D30C2}"/>
              </a:ext>
            </a:extLst>
          </p:cNvPr>
          <p:cNvSpPr/>
          <p:nvPr/>
        </p:nvSpPr>
        <p:spPr>
          <a:xfrm>
            <a:off x="21431052" y="4295780"/>
            <a:ext cx="1279184" cy="40044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システム</a:t>
            </a:r>
          </a:p>
        </p:txBody>
      </p:sp>
      <p:cxnSp>
        <p:nvCxnSpPr>
          <p:cNvPr id="199" name="直線矢印コネクタ 198">
            <a:extLst>
              <a:ext uri="{FF2B5EF4-FFF2-40B4-BE49-F238E27FC236}">
                <a16:creationId xmlns:a16="http://schemas.microsoft.com/office/drawing/2014/main" id="{0915C226-AB0F-9C50-F471-4B6050D25035}"/>
              </a:ext>
            </a:extLst>
          </p:cNvPr>
          <p:cNvCxnSpPr>
            <a:cxnSpLocks/>
            <a:endCxn id="194" idx="0"/>
          </p:cNvCxnSpPr>
          <p:nvPr/>
        </p:nvCxnSpPr>
        <p:spPr>
          <a:xfrm>
            <a:off x="20360285" y="4496006"/>
            <a:ext cx="0" cy="372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00E53DA4-A11B-181E-E43C-896618800690}"/>
              </a:ext>
            </a:extLst>
          </p:cNvPr>
          <p:cNvSpPr/>
          <p:nvPr/>
        </p:nvSpPr>
        <p:spPr>
          <a:xfrm>
            <a:off x="18004731" y="4868626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エラーメッセージを</a:t>
            </a:r>
            <a:endParaRPr lang="en-US" altLang="ja-JP" sz="792" dirty="0"/>
          </a:p>
          <a:p>
            <a:pPr algn="ctr"/>
            <a:r>
              <a:rPr lang="ja-JP" altLang="en-US" sz="792" dirty="0"/>
              <a:t>表示</a:t>
            </a:r>
          </a:p>
        </p:txBody>
      </p:sp>
      <p:cxnSp>
        <p:nvCxnSpPr>
          <p:cNvPr id="202" name="コネクタ: カギ線 201">
            <a:extLst>
              <a:ext uri="{FF2B5EF4-FFF2-40B4-BE49-F238E27FC236}">
                <a16:creationId xmlns:a16="http://schemas.microsoft.com/office/drawing/2014/main" id="{77E7FB7D-4C35-15F6-1C9D-49504474DD5E}"/>
              </a:ext>
            </a:extLst>
          </p:cNvPr>
          <p:cNvCxnSpPr>
            <a:cxnSpLocks/>
            <a:stCxn id="201" idx="1"/>
          </p:cNvCxnSpPr>
          <p:nvPr/>
        </p:nvCxnSpPr>
        <p:spPr>
          <a:xfrm rot="10800000">
            <a:off x="13875516" y="4679041"/>
            <a:ext cx="4129221" cy="389806"/>
          </a:xfrm>
          <a:prstGeom prst="bentConnector3">
            <a:avLst>
              <a:gd name="adj1" fmla="val 1000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線コネクタ 202">
            <a:extLst>
              <a:ext uri="{FF2B5EF4-FFF2-40B4-BE49-F238E27FC236}">
                <a16:creationId xmlns:a16="http://schemas.microsoft.com/office/drawing/2014/main" id="{87DE5894-1936-6E24-B865-895BA88407FF}"/>
              </a:ext>
            </a:extLst>
          </p:cNvPr>
          <p:cNvCxnSpPr>
            <a:cxnSpLocks/>
          </p:cNvCxnSpPr>
          <p:nvPr/>
        </p:nvCxnSpPr>
        <p:spPr>
          <a:xfrm>
            <a:off x="16937979" y="4696262"/>
            <a:ext cx="0" cy="372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線矢印コネクタ 204">
            <a:extLst>
              <a:ext uri="{FF2B5EF4-FFF2-40B4-BE49-F238E27FC236}">
                <a16:creationId xmlns:a16="http://schemas.microsoft.com/office/drawing/2014/main" id="{69EFFAC7-B614-7592-E817-8D7315A1CEB4}"/>
              </a:ext>
            </a:extLst>
          </p:cNvPr>
          <p:cNvCxnSpPr>
            <a:endCxn id="201" idx="0"/>
          </p:cNvCxnSpPr>
          <p:nvPr/>
        </p:nvCxnSpPr>
        <p:spPr>
          <a:xfrm>
            <a:off x="18644288" y="4696254"/>
            <a:ext cx="0" cy="172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線矢印コネクタ 206">
            <a:extLst>
              <a:ext uri="{FF2B5EF4-FFF2-40B4-BE49-F238E27FC236}">
                <a16:creationId xmlns:a16="http://schemas.microsoft.com/office/drawing/2014/main" id="{94E1B0CF-A13A-EBDB-269C-BF9A6820A918}"/>
              </a:ext>
            </a:extLst>
          </p:cNvPr>
          <p:cNvCxnSpPr>
            <a:cxnSpLocks/>
            <a:stCxn id="185" idx="3"/>
            <a:endCxn id="184" idx="1"/>
          </p:cNvCxnSpPr>
          <p:nvPr/>
        </p:nvCxnSpPr>
        <p:spPr>
          <a:xfrm>
            <a:off x="12446648" y="4496062"/>
            <a:ext cx="431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線矢印コネクタ 208">
            <a:extLst>
              <a:ext uri="{FF2B5EF4-FFF2-40B4-BE49-F238E27FC236}">
                <a16:creationId xmlns:a16="http://schemas.microsoft.com/office/drawing/2014/main" id="{64ACBBD8-EEE4-D3BE-9624-DF6EEFDBDBDC}"/>
              </a:ext>
            </a:extLst>
          </p:cNvPr>
          <p:cNvCxnSpPr>
            <a:cxnSpLocks/>
            <a:stCxn id="184" idx="3"/>
            <a:endCxn id="173" idx="1"/>
          </p:cNvCxnSpPr>
          <p:nvPr/>
        </p:nvCxnSpPr>
        <p:spPr>
          <a:xfrm>
            <a:off x="14156977" y="4496000"/>
            <a:ext cx="4311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線矢印コネクタ 210">
            <a:extLst>
              <a:ext uri="{FF2B5EF4-FFF2-40B4-BE49-F238E27FC236}">
                <a16:creationId xmlns:a16="http://schemas.microsoft.com/office/drawing/2014/main" id="{D8E3F9F0-0D47-3A7E-5881-12DF8D4BC703}"/>
              </a:ext>
            </a:extLst>
          </p:cNvPr>
          <p:cNvCxnSpPr>
            <a:cxnSpLocks/>
            <a:stCxn id="173" idx="3"/>
            <a:endCxn id="186" idx="1"/>
          </p:cNvCxnSpPr>
          <p:nvPr/>
        </p:nvCxnSpPr>
        <p:spPr>
          <a:xfrm flipV="1">
            <a:off x="15867306" y="4496040"/>
            <a:ext cx="332311" cy="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線矢印コネクタ 211">
            <a:extLst>
              <a:ext uri="{FF2B5EF4-FFF2-40B4-BE49-F238E27FC236}">
                <a16:creationId xmlns:a16="http://schemas.microsoft.com/office/drawing/2014/main" id="{9581440C-F7F4-C362-329E-A3B375CBCC33}"/>
              </a:ext>
            </a:extLst>
          </p:cNvPr>
          <p:cNvCxnSpPr>
            <a:cxnSpLocks/>
            <a:stCxn id="186" idx="3"/>
            <a:endCxn id="190" idx="1"/>
          </p:cNvCxnSpPr>
          <p:nvPr/>
        </p:nvCxnSpPr>
        <p:spPr>
          <a:xfrm flipV="1">
            <a:off x="17676405" y="4496061"/>
            <a:ext cx="2334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テキスト ボックス 262">
            <a:extLst>
              <a:ext uri="{FF2B5EF4-FFF2-40B4-BE49-F238E27FC236}">
                <a16:creationId xmlns:a16="http://schemas.microsoft.com/office/drawing/2014/main" id="{FEFE2157-943C-D47E-45EE-DE580B976721}"/>
              </a:ext>
            </a:extLst>
          </p:cNvPr>
          <p:cNvSpPr txBox="1"/>
          <p:nvPr/>
        </p:nvSpPr>
        <p:spPr>
          <a:xfrm>
            <a:off x="16943663" y="4641024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sp>
        <p:nvSpPr>
          <p:cNvPr id="264" name="テキスト ボックス 263">
            <a:extLst>
              <a:ext uri="{FF2B5EF4-FFF2-40B4-BE49-F238E27FC236}">
                <a16:creationId xmlns:a16="http://schemas.microsoft.com/office/drawing/2014/main" id="{6C4B9FB9-3A3C-15B9-7E9E-FB558CCB69F1}"/>
              </a:ext>
            </a:extLst>
          </p:cNvPr>
          <p:cNvSpPr txBox="1"/>
          <p:nvPr/>
        </p:nvSpPr>
        <p:spPr>
          <a:xfrm>
            <a:off x="17269355" y="4264100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sp>
        <p:nvSpPr>
          <p:cNvPr id="265" name="テキスト ボックス 264">
            <a:extLst>
              <a:ext uri="{FF2B5EF4-FFF2-40B4-BE49-F238E27FC236}">
                <a16:creationId xmlns:a16="http://schemas.microsoft.com/office/drawing/2014/main" id="{491CB270-E296-CC75-49F2-927F0CA46654}"/>
              </a:ext>
            </a:extLst>
          </p:cNvPr>
          <p:cNvSpPr txBox="1"/>
          <p:nvPr/>
        </p:nvSpPr>
        <p:spPr>
          <a:xfrm>
            <a:off x="18647254" y="4631424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sp>
        <p:nvSpPr>
          <p:cNvPr id="266" name="テキスト ボックス 265">
            <a:extLst>
              <a:ext uri="{FF2B5EF4-FFF2-40B4-BE49-F238E27FC236}">
                <a16:creationId xmlns:a16="http://schemas.microsoft.com/office/drawing/2014/main" id="{A3385E7A-9DA6-15CC-A0D0-826B8D96D742}"/>
              </a:ext>
            </a:extLst>
          </p:cNvPr>
          <p:cNvSpPr txBox="1"/>
          <p:nvPr/>
        </p:nvSpPr>
        <p:spPr>
          <a:xfrm>
            <a:off x="18972953" y="4254496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sp>
        <p:nvSpPr>
          <p:cNvPr id="267" name="テキスト ボックス 266">
            <a:extLst>
              <a:ext uri="{FF2B5EF4-FFF2-40B4-BE49-F238E27FC236}">
                <a16:creationId xmlns:a16="http://schemas.microsoft.com/office/drawing/2014/main" id="{991FE4ED-00AE-45AA-CD58-3BD611B802AE}"/>
              </a:ext>
            </a:extLst>
          </p:cNvPr>
          <p:cNvSpPr txBox="1"/>
          <p:nvPr/>
        </p:nvSpPr>
        <p:spPr>
          <a:xfrm>
            <a:off x="18652567" y="3485727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sp>
        <p:nvSpPr>
          <p:cNvPr id="268" name="テキスト ボックス 267">
            <a:extLst>
              <a:ext uri="{FF2B5EF4-FFF2-40B4-BE49-F238E27FC236}">
                <a16:creationId xmlns:a16="http://schemas.microsoft.com/office/drawing/2014/main" id="{2FD44A09-E877-1768-1266-C9A8018E0926}"/>
              </a:ext>
            </a:extLst>
          </p:cNvPr>
          <p:cNvSpPr txBox="1"/>
          <p:nvPr/>
        </p:nvSpPr>
        <p:spPr>
          <a:xfrm>
            <a:off x="18978260" y="3108800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sp>
        <p:nvSpPr>
          <p:cNvPr id="269" name="テキスト ボックス 268">
            <a:extLst>
              <a:ext uri="{FF2B5EF4-FFF2-40B4-BE49-F238E27FC236}">
                <a16:creationId xmlns:a16="http://schemas.microsoft.com/office/drawing/2014/main" id="{18588320-53EE-8D83-D802-8E0CD3652291}"/>
              </a:ext>
            </a:extLst>
          </p:cNvPr>
          <p:cNvSpPr txBox="1"/>
          <p:nvPr/>
        </p:nvSpPr>
        <p:spPr>
          <a:xfrm>
            <a:off x="16939063" y="3464049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sp>
        <p:nvSpPr>
          <p:cNvPr id="270" name="テキスト ボックス 269">
            <a:extLst>
              <a:ext uri="{FF2B5EF4-FFF2-40B4-BE49-F238E27FC236}">
                <a16:creationId xmlns:a16="http://schemas.microsoft.com/office/drawing/2014/main" id="{D260303C-9890-DE34-6246-309CB2C5579B}"/>
              </a:ext>
            </a:extLst>
          </p:cNvPr>
          <p:cNvSpPr txBox="1"/>
          <p:nvPr/>
        </p:nvSpPr>
        <p:spPr>
          <a:xfrm>
            <a:off x="17264755" y="3087119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grpSp>
        <p:nvGrpSpPr>
          <p:cNvPr id="271" name="グループ化 270">
            <a:extLst>
              <a:ext uri="{FF2B5EF4-FFF2-40B4-BE49-F238E27FC236}">
                <a16:creationId xmlns:a16="http://schemas.microsoft.com/office/drawing/2014/main" id="{5FAC96CF-11E7-54C9-BB92-6EDECC6906DA}"/>
              </a:ext>
            </a:extLst>
          </p:cNvPr>
          <p:cNvGrpSpPr/>
          <p:nvPr/>
        </p:nvGrpSpPr>
        <p:grpSpPr>
          <a:xfrm>
            <a:off x="19386767" y="4495989"/>
            <a:ext cx="2042632" cy="22"/>
            <a:chOff x="15295712" y="1206779"/>
            <a:chExt cx="1805544" cy="11"/>
          </a:xfrm>
        </p:grpSpPr>
        <p:cxnSp>
          <p:nvCxnSpPr>
            <p:cNvPr id="272" name="直線矢印コネクタ 271">
              <a:extLst>
                <a:ext uri="{FF2B5EF4-FFF2-40B4-BE49-F238E27FC236}">
                  <a16:creationId xmlns:a16="http://schemas.microsoft.com/office/drawing/2014/main" id="{366F9C04-319A-2435-AFC6-A1D3E60E5D78}"/>
                </a:ext>
              </a:extLst>
            </p:cNvPr>
            <p:cNvCxnSpPr>
              <a:cxnSpLocks/>
            </p:cNvCxnSpPr>
            <p:nvPr/>
          </p:nvCxnSpPr>
          <p:spPr>
            <a:xfrm>
              <a:off x="15295712" y="1206779"/>
              <a:ext cx="1738826" cy="0"/>
            </a:xfrm>
            <a:prstGeom prst="straightConnector1">
              <a:avLst/>
            </a:prstGeom>
            <a:ln w="9525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73" name="直線矢印コネクタ 272">
              <a:extLst>
                <a:ext uri="{FF2B5EF4-FFF2-40B4-BE49-F238E27FC236}">
                  <a16:creationId xmlns:a16="http://schemas.microsoft.com/office/drawing/2014/main" id="{D58E3323-732C-B2E0-B2A1-9096238D7DFB}"/>
                </a:ext>
              </a:extLst>
            </p:cNvPr>
            <p:cNvCxnSpPr>
              <a:cxnSpLocks/>
            </p:cNvCxnSpPr>
            <p:nvPr/>
          </p:nvCxnSpPr>
          <p:spPr>
            <a:xfrm>
              <a:off x="17034533" y="1206789"/>
              <a:ext cx="6672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4" name="グループ化 273">
            <a:extLst>
              <a:ext uri="{FF2B5EF4-FFF2-40B4-BE49-F238E27FC236}">
                <a16:creationId xmlns:a16="http://schemas.microsoft.com/office/drawing/2014/main" id="{59613A51-C3AE-8CCD-529D-D415EE4AB5E1}"/>
              </a:ext>
            </a:extLst>
          </p:cNvPr>
          <p:cNvGrpSpPr/>
          <p:nvPr/>
        </p:nvGrpSpPr>
        <p:grpSpPr>
          <a:xfrm>
            <a:off x="19386767" y="3351609"/>
            <a:ext cx="2042632" cy="22"/>
            <a:chOff x="15295712" y="1206779"/>
            <a:chExt cx="1805544" cy="11"/>
          </a:xfrm>
        </p:grpSpPr>
        <p:cxnSp>
          <p:nvCxnSpPr>
            <p:cNvPr id="275" name="直線矢印コネクタ 274">
              <a:extLst>
                <a:ext uri="{FF2B5EF4-FFF2-40B4-BE49-F238E27FC236}">
                  <a16:creationId xmlns:a16="http://schemas.microsoft.com/office/drawing/2014/main" id="{6D910886-0115-2F53-229D-54E51F00ECD3}"/>
                </a:ext>
              </a:extLst>
            </p:cNvPr>
            <p:cNvCxnSpPr>
              <a:cxnSpLocks/>
            </p:cNvCxnSpPr>
            <p:nvPr/>
          </p:nvCxnSpPr>
          <p:spPr>
            <a:xfrm>
              <a:off x="15295712" y="1206779"/>
              <a:ext cx="1738826" cy="0"/>
            </a:xfrm>
            <a:prstGeom prst="straightConnector1">
              <a:avLst/>
            </a:prstGeom>
            <a:ln w="9525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76" name="直線矢印コネクタ 275">
              <a:extLst>
                <a:ext uri="{FF2B5EF4-FFF2-40B4-BE49-F238E27FC236}">
                  <a16:creationId xmlns:a16="http://schemas.microsoft.com/office/drawing/2014/main" id="{105D7F14-56E4-4706-6421-C2625FE7888C}"/>
                </a:ext>
              </a:extLst>
            </p:cNvPr>
            <p:cNvCxnSpPr>
              <a:cxnSpLocks/>
            </p:cNvCxnSpPr>
            <p:nvPr/>
          </p:nvCxnSpPr>
          <p:spPr>
            <a:xfrm>
              <a:off x="17034533" y="1206789"/>
              <a:ext cx="6672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73" name="コネクタ: カギ線 572">
            <a:extLst>
              <a:ext uri="{FF2B5EF4-FFF2-40B4-BE49-F238E27FC236}">
                <a16:creationId xmlns:a16="http://schemas.microsoft.com/office/drawing/2014/main" id="{88EC32FA-F28E-8899-4CD1-37CA435B70AA}"/>
              </a:ext>
            </a:extLst>
          </p:cNvPr>
          <p:cNvCxnSpPr>
            <a:stCxn id="137" idx="2"/>
            <a:endCxn id="185" idx="1"/>
          </p:cNvCxnSpPr>
          <p:nvPr/>
        </p:nvCxnSpPr>
        <p:spPr>
          <a:xfrm rot="16200000" flipH="1">
            <a:off x="10159344" y="3487902"/>
            <a:ext cx="945470" cy="1070738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8" name="正方形/長方形 687">
            <a:extLst>
              <a:ext uri="{FF2B5EF4-FFF2-40B4-BE49-F238E27FC236}">
                <a16:creationId xmlns:a16="http://schemas.microsoft.com/office/drawing/2014/main" id="{0DA3D627-E7FB-F64E-F465-2739F5F3A163}"/>
              </a:ext>
            </a:extLst>
          </p:cNvPr>
          <p:cNvSpPr/>
          <p:nvPr/>
        </p:nvSpPr>
        <p:spPr>
          <a:xfrm>
            <a:off x="14588079" y="7471444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所属登録に</a:t>
            </a:r>
            <a:endParaRPr lang="en-US" altLang="ja-JP" sz="792" dirty="0"/>
          </a:p>
          <a:p>
            <a:pPr algn="ctr"/>
            <a:r>
              <a:rPr lang="ja-JP" altLang="en-US" sz="792" dirty="0"/>
              <a:t>必要な情報を入力</a:t>
            </a:r>
          </a:p>
        </p:txBody>
      </p:sp>
      <p:sp>
        <p:nvSpPr>
          <p:cNvPr id="689" name="正方形/長方形 688">
            <a:extLst>
              <a:ext uri="{FF2B5EF4-FFF2-40B4-BE49-F238E27FC236}">
                <a16:creationId xmlns:a16="http://schemas.microsoft.com/office/drawing/2014/main" id="{9661E35F-A4A6-E57D-8713-D5E5E2E4E37F}"/>
              </a:ext>
            </a:extLst>
          </p:cNvPr>
          <p:cNvSpPr/>
          <p:nvPr/>
        </p:nvSpPr>
        <p:spPr>
          <a:xfrm>
            <a:off x="12877756" y="7471444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所属登録画面</a:t>
            </a:r>
          </a:p>
        </p:txBody>
      </p:sp>
      <p:sp>
        <p:nvSpPr>
          <p:cNvPr id="690" name="正方形/長方形 689">
            <a:extLst>
              <a:ext uri="{FF2B5EF4-FFF2-40B4-BE49-F238E27FC236}">
                <a16:creationId xmlns:a16="http://schemas.microsoft.com/office/drawing/2014/main" id="{D845FDC2-76F8-5C12-DEEC-0C49566D1E16}"/>
              </a:ext>
            </a:extLst>
          </p:cNvPr>
          <p:cNvSpPr/>
          <p:nvPr/>
        </p:nvSpPr>
        <p:spPr>
          <a:xfrm>
            <a:off x="11167426" y="7471443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792" dirty="0"/>
              <a:t>『</a:t>
            </a:r>
            <a:r>
              <a:rPr lang="ja-JP" altLang="en-US" sz="792" dirty="0"/>
              <a:t>登録</a:t>
            </a:r>
            <a:r>
              <a:rPr lang="en-US" altLang="ja-JP" sz="792" dirty="0"/>
              <a:t>』</a:t>
            </a:r>
            <a:r>
              <a:rPr lang="ja-JP" altLang="en-US" sz="792" dirty="0"/>
              <a:t>ボタン押下</a:t>
            </a:r>
          </a:p>
        </p:txBody>
      </p:sp>
      <p:sp>
        <p:nvSpPr>
          <p:cNvPr id="691" name="正方形/長方形 690">
            <a:extLst>
              <a:ext uri="{FF2B5EF4-FFF2-40B4-BE49-F238E27FC236}">
                <a16:creationId xmlns:a16="http://schemas.microsoft.com/office/drawing/2014/main" id="{7F1124EB-3095-9344-1549-83973026BCDB}"/>
              </a:ext>
            </a:extLst>
          </p:cNvPr>
          <p:cNvSpPr/>
          <p:nvPr/>
        </p:nvSpPr>
        <p:spPr>
          <a:xfrm>
            <a:off x="9457096" y="7471443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所属管理画面</a:t>
            </a:r>
          </a:p>
        </p:txBody>
      </p:sp>
      <p:sp>
        <p:nvSpPr>
          <p:cNvPr id="692" name="ひし形 691">
            <a:extLst>
              <a:ext uri="{FF2B5EF4-FFF2-40B4-BE49-F238E27FC236}">
                <a16:creationId xmlns:a16="http://schemas.microsoft.com/office/drawing/2014/main" id="{867BB518-C77A-5615-6A68-0DFA743C91EC}"/>
              </a:ext>
            </a:extLst>
          </p:cNvPr>
          <p:cNvSpPr/>
          <p:nvPr/>
        </p:nvSpPr>
        <p:spPr>
          <a:xfrm>
            <a:off x="16199556" y="7471443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確認</a:t>
            </a:r>
            <a:endParaRPr lang="en-US" altLang="ja-JP" sz="792" dirty="0"/>
          </a:p>
          <a:p>
            <a:pPr algn="ctr"/>
            <a:r>
              <a:rPr lang="ja-JP" altLang="en-US" sz="792" dirty="0"/>
              <a:t>ダイアログ</a:t>
            </a:r>
          </a:p>
        </p:txBody>
      </p:sp>
      <p:sp>
        <p:nvSpPr>
          <p:cNvPr id="693" name="ひし形 692">
            <a:extLst>
              <a:ext uri="{FF2B5EF4-FFF2-40B4-BE49-F238E27FC236}">
                <a16:creationId xmlns:a16="http://schemas.microsoft.com/office/drawing/2014/main" id="{071F0B04-A6A6-60E5-29FE-0A51CD01E775}"/>
              </a:ext>
            </a:extLst>
          </p:cNvPr>
          <p:cNvSpPr/>
          <p:nvPr/>
        </p:nvSpPr>
        <p:spPr>
          <a:xfrm>
            <a:off x="17909882" y="7471440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入力情報が</a:t>
            </a:r>
            <a:endParaRPr lang="en-US" altLang="ja-JP" sz="792" dirty="0"/>
          </a:p>
          <a:p>
            <a:pPr algn="ctr"/>
            <a:r>
              <a:rPr lang="ja-JP" altLang="en-US" sz="792" dirty="0"/>
              <a:t>正しいか</a:t>
            </a:r>
          </a:p>
        </p:txBody>
      </p:sp>
      <p:sp>
        <p:nvSpPr>
          <p:cNvPr id="694" name="正方形/長方形 693">
            <a:extLst>
              <a:ext uri="{FF2B5EF4-FFF2-40B4-BE49-F238E27FC236}">
                <a16:creationId xmlns:a16="http://schemas.microsoft.com/office/drawing/2014/main" id="{D7EF84B8-7491-CD05-1820-F95894EEC50A}"/>
              </a:ext>
            </a:extLst>
          </p:cNvPr>
          <p:cNvSpPr/>
          <p:nvPr/>
        </p:nvSpPr>
        <p:spPr>
          <a:xfrm>
            <a:off x="19720711" y="8044292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所属登録完了</a:t>
            </a:r>
          </a:p>
        </p:txBody>
      </p:sp>
      <p:sp>
        <p:nvSpPr>
          <p:cNvPr id="696" name="円柱 695">
            <a:extLst>
              <a:ext uri="{FF2B5EF4-FFF2-40B4-BE49-F238E27FC236}">
                <a16:creationId xmlns:a16="http://schemas.microsoft.com/office/drawing/2014/main" id="{FBBE22E0-142C-0BE2-5CE4-C63672E13D0C}"/>
              </a:ext>
            </a:extLst>
          </p:cNvPr>
          <p:cNvSpPr/>
          <p:nvPr/>
        </p:nvSpPr>
        <p:spPr>
          <a:xfrm>
            <a:off x="21431034" y="7471435"/>
            <a:ext cx="1279184" cy="40044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システム</a:t>
            </a:r>
          </a:p>
        </p:txBody>
      </p:sp>
      <p:cxnSp>
        <p:nvCxnSpPr>
          <p:cNvPr id="697" name="直線矢印コネクタ 696">
            <a:extLst>
              <a:ext uri="{FF2B5EF4-FFF2-40B4-BE49-F238E27FC236}">
                <a16:creationId xmlns:a16="http://schemas.microsoft.com/office/drawing/2014/main" id="{044E09E8-CD51-94B2-9C4C-017AC146C015}"/>
              </a:ext>
            </a:extLst>
          </p:cNvPr>
          <p:cNvCxnSpPr>
            <a:cxnSpLocks/>
            <a:endCxn id="694" idx="0"/>
          </p:cNvCxnSpPr>
          <p:nvPr/>
        </p:nvCxnSpPr>
        <p:spPr>
          <a:xfrm>
            <a:off x="20360267" y="7671662"/>
            <a:ext cx="0" cy="372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9" name="正方形/長方形 698">
            <a:extLst>
              <a:ext uri="{FF2B5EF4-FFF2-40B4-BE49-F238E27FC236}">
                <a16:creationId xmlns:a16="http://schemas.microsoft.com/office/drawing/2014/main" id="{FC5E50CA-7744-F7A8-664F-F9EF07A5AF81}"/>
              </a:ext>
            </a:extLst>
          </p:cNvPr>
          <p:cNvSpPr/>
          <p:nvPr/>
        </p:nvSpPr>
        <p:spPr>
          <a:xfrm>
            <a:off x="18004713" y="8044280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エラーメッセージを</a:t>
            </a:r>
            <a:endParaRPr lang="en-US" altLang="ja-JP" sz="792" dirty="0"/>
          </a:p>
          <a:p>
            <a:pPr algn="ctr"/>
            <a:r>
              <a:rPr lang="ja-JP" altLang="en-US" sz="792" dirty="0"/>
              <a:t>表示</a:t>
            </a:r>
          </a:p>
        </p:txBody>
      </p:sp>
      <p:cxnSp>
        <p:nvCxnSpPr>
          <p:cNvPr id="700" name="コネクタ: カギ線 699">
            <a:extLst>
              <a:ext uri="{FF2B5EF4-FFF2-40B4-BE49-F238E27FC236}">
                <a16:creationId xmlns:a16="http://schemas.microsoft.com/office/drawing/2014/main" id="{22207F4F-EE26-7776-16C2-99341FD5A0D2}"/>
              </a:ext>
            </a:extLst>
          </p:cNvPr>
          <p:cNvCxnSpPr>
            <a:cxnSpLocks/>
            <a:stCxn id="699" idx="1"/>
            <a:endCxn id="689" idx="2"/>
          </p:cNvCxnSpPr>
          <p:nvPr/>
        </p:nvCxnSpPr>
        <p:spPr>
          <a:xfrm rot="10800000">
            <a:off x="13517352" y="7871915"/>
            <a:ext cx="4487366" cy="3726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1" name="直線コネクタ 700">
            <a:extLst>
              <a:ext uri="{FF2B5EF4-FFF2-40B4-BE49-F238E27FC236}">
                <a16:creationId xmlns:a16="http://schemas.microsoft.com/office/drawing/2014/main" id="{9E4038D7-690A-FC09-EB97-55CE8E907F7E}"/>
              </a:ext>
            </a:extLst>
          </p:cNvPr>
          <p:cNvCxnSpPr>
            <a:cxnSpLocks/>
          </p:cNvCxnSpPr>
          <p:nvPr/>
        </p:nvCxnSpPr>
        <p:spPr>
          <a:xfrm>
            <a:off x="16937960" y="7871920"/>
            <a:ext cx="0" cy="372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2" name="直線矢印コネクタ 701">
            <a:extLst>
              <a:ext uri="{FF2B5EF4-FFF2-40B4-BE49-F238E27FC236}">
                <a16:creationId xmlns:a16="http://schemas.microsoft.com/office/drawing/2014/main" id="{94724C11-01CA-53FC-8784-D498E1DC8CB9}"/>
              </a:ext>
            </a:extLst>
          </p:cNvPr>
          <p:cNvCxnSpPr>
            <a:endCxn id="699" idx="0"/>
          </p:cNvCxnSpPr>
          <p:nvPr/>
        </p:nvCxnSpPr>
        <p:spPr>
          <a:xfrm>
            <a:off x="18644269" y="7871908"/>
            <a:ext cx="0" cy="172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3" name="直線矢印コネクタ 702">
            <a:extLst>
              <a:ext uri="{FF2B5EF4-FFF2-40B4-BE49-F238E27FC236}">
                <a16:creationId xmlns:a16="http://schemas.microsoft.com/office/drawing/2014/main" id="{D2C0D236-8475-3C10-8045-557EB98147E3}"/>
              </a:ext>
            </a:extLst>
          </p:cNvPr>
          <p:cNvCxnSpPr>
            <a:stCxn id="691" idx="3"/>
            <a:endCxn id="690" idx="1"/>
          </p:cNvCxnSpPr>
          <p:nvPr/>
        </p:nvCxnSpPr>
        <p:spPr>
          <a:xfrm>
            <a:off x="10736301" y="7671716"/>
            <a:ext cx="431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4" name="直線矢印コネクタ 703">
            <a:extLst>
              <a:ext uri="{FF2B5EF4-FFF2-40B4-BE49-F238E27FC236}">
                <a16:creationId xmlns:a16="http://schemas.microsoft.com/office/drawing/2014/main" id="{A2B70532-3D2D-6153-ECEC-737722C8177A}"/>
              </a:ext>
            </a:extLst>
          </p:cNvPr>
          <p:cNvCxnSpPr>
            <a:cxnSpLocks/>
            <a:stCxn id="690" idx="3"/>
            <a:endCxn id="689" idx="1"/>
          </p:cNvCxnSpPr>
          <p:nvPr/>
        </p:nvCxnSpPr>
        <p:spPr>
          <a:xfrm>
            <a:off x="12446630" y="7671716"/>
            <a:ext cx="431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5" name="直線矢印コネクタ 704">
            <a:extLst>
              <a:ext uri="{FF2B5EF4-FFF2-40B4-BE49-F238E27FC236}">
                <a16:creationId xmlns:a16="http://schemas.microsoft.com/office/drawing/2014/main" id="{85CC8CA5-F796-A30C-ED8B-AB3E5E980A8B}"/>
              </a:ext>
            </a:extLst>
          </p:cNvPr>
          <p:cNvCxnSpPr>
            <a:cxnSpLocks/>
            <a:stCxn id="689" idx="3"/>
            <a:endCxn id="688" idx="1"/>
          </p:cNvCxnSpPr>
          <p:nvPr/>
        </p:nvCxnSpPr>
        <p:spPr>
          <a:xfrm>
            <a:off x="14156960" y="7671656"/>
            <a:ext cx="4311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6" name="直線矢印コネクタ 705">
            <a:extLst>
              <a:ext uri="{FF2B5EF4-FFF2-40B4-BE49-F238E27FC236}">
                <a16:creationId xmlns:a16="http://schemas.microsoft.com/office/drawing/2014/main" id="{91F1E47F-2B0E-8F85-3D6D-5738AADB21C3}"/>
              </a:ext>
            </a:extLst>
          </p:cNvPr>
          <p:cNvCxnSpPr>
            <a:cxnSpLocks/>
            <a:stCxn id="688" idx="3"/>
            <a:endCxn id="692" idx="1"/>
          </p:cNvCxnSpPr>
          <p:nvPr/>
        </p:nvCxnSpPr>
        <p:spPr>
          <a:xfrm flipV="1">
            <a:off x="15867289" y="7671700"/>
            <a:ext cx="332311" cy="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7" name="直線矢印コネクタ 706">
            <a:extLst>
              <a:ext uri="{FF2B5EF4-FFF2-40B4-BE49-F238E27FC236}">
                <a16:creationId xmlns:a16="http://schemas.microsoft.com/office/drawing/2014/main" id="{14DABB5F-0184-C82B-7181-A63ACF6DF20D}"/>
              </a:ext>
            </a:extLst>
          </p:cNvPr>
          <p:cNvCxnSpPr>
            <a:cxnSpLocks/>
            <a:stCxn id="692" idx="3"/>
            <a:endCxn id="693" idx="1"/>
          </p:cNvCxnSpPr>
          <p:nvPr/>
        </p:nvCxnSpPr>
        <p:spPr>
          <a:xfrm flipV="1">
            <a:off x="17676387" y="7671716"/>
            <a:ext cx="2334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8" name="正方形/長方形 707">
            <a:extLst>
              <a:ext uri="{FF2B5EF4-FFF2-40B4-BE49-F238E27FC236}">
                <a16:creationId xmlns:a16="http://schemas.microsoft.com/office/drawing/2014/main" id="{451377D0-9167-16C6-2D61-C0EF05905E11}"/>
              </a:ext>
            </a:extLst>
          </p:cNvPr>
          <p:cNvSpPr/>
          <p:nvPr/>
        </p:nvSpPr>
        <p:spPr>
          <a:xfrm>
            <a:off x="14588079" y="8617133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所属更新に</a:t>
            </a:r>
            <a:endParaRPr lang="en-US" altLang="ja-JP" sz="792" dirty="0"/>
          </a:p>
          <a:p>
            <a:pPr algn="ctr"/>
            <a:r>
              <a:rPr lang="ja-JP" altLang="en-US" sz="792" dirty="0"/>
              <a:t>必要な情報を入力</a:t>
            </a:r>
          </a:p>
        </p:txBody>
      </p:sp>
      <p:sp>
        <p:nvSpPr>
          <p:cNvPr id="709" name="正方形/長方形 708">
            <a:extLst>
              <a:ext uri="{FF2B5EF4-FFF2-40B4-BE49-F238E27FC236}">
                <a16:creationId xmlns:a16="http://schemas.microsoft.com/office/drawing/2014/main" id="{553EBB83-2ACC-B149-3E18-F4FFFBD70FDF}"/>
              </a:ext>
            </a:extLst>
          </p:cNvPr>
          <p:cNvSpPr/>
          <p:nvPr/>
        </p:nvSpPr>
        <p:spPr>
          <a:xfrm>
            <a:off x="12877756" y="8617133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所属更新画面</a:t>
            </a:r>
          </a:p>
        </p:txBody>
      </p:sp>
      <p:sp>
        <p:nvSpPr>
          <p:cNvPr id="710" name="正方形/長方形 709">
            <a:extLst>
              <a:ext uri="{FF2B5EF4-FFF2-40B4-BE49-F238E27FC236}">
                <a16:creationId xmlns:a16="http://schemas.microsoft.com/office/drawing/2014/main" id="{18BA2473-5ABC-33B0-8968-E90B4B41D85D}"/>
              </a:ext>
            </a:extLst>
          </p:cNvPr>
          <p:cNvSpPr/>
          <p:nvPr/>
        </p:nvSpPr>
        <p:spPr>
          <a:xfrm>
            <a:off x="11167426" y="8617133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データを選択して</a:t>
            </a:r>
            <a:endParaRPr lang="en-US" altLang="ja-JP" sz="792" dirty="0"/>
          </a:p>
          <a:p>
            <a:pPr algn="ctr"/>
            <a:r>
              <a:rPr lang="en-US" altLang="ja-JP" sz="792" dirty="0"/>
              <a:t>『</a:t>
            </a:r>
            <a:r>
              <a:rPr lang="ja-JP" altLang="en-US" sz="792" dirty="0"/>
              <a:t>更新</a:t>
            </a:r>
            <a:r>
              <a:rPr lang="en-US" altLang="ja-JP" sz="792" dirty="0"/>
              <a:t>』</a:t>
            </a:r>
            <a:r>
              <a:rPr lang="ja-JP" altLang="en-US" sz="792" dirty="0"/>
              <a:t>ボタン押下</a:t>
            </a:r>
          </a:p>
        </p:txBody>
      </p:sp>
      <p:sp>
        <p:nvSpPr>
          <p:cNvPr id="711" name="ひし形 710">
            <a:extLst>
              <a:ext uri="{FF2B5EF4-FFF2-40B4-BE49-F238E27FC236}">
                <a16:creationId xmlns:a16="http://schemas.microsoft.com/office/drawing/2014/main" id="{F65BEDD4-54AD-816E-042F-8BE91972C88F}"/>
              </a:ext>
            </a:extLst>
          </p:cNvPr>
          <p:cNvSpPr/>
          <p:nvPr/>
        </p:nvSpPr>
        <p:spPr>
          <a:xfrm>
            <a:off x="16199556" y="8617127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確認</a:t>
            </a:r>
            <a:endParaRPr lang="en-US" altLang="ja-JP" sz="792" dirty="0"/>
          </a:p>
          <a:p>
            <a:pPr algn="ctr"/>
            <a:r>
              <a:rPr lang="ja-JP" altLang="en-US" sz="792" dirty="0"/>
              <a:t>ダイアログ</a:t>
            </a:r>
          </a:p>
        </p:txBody>
      </p:sp>
      <p:sp>
        <p:nvSpPr>
          <p:cNvPr id="712" name="ひし形 711">
            <a:extLst>
              <a:ext uri="{FF2B5EF4-FFF2-40B4-BE49-F238E27FC236}">
                <a16:creationId xmlns:a16="http://schemas.microsoft.com/office/drawing/2014/main" id="{532E41C9-103A-BB37-32CA-B130553AB613}"/>
              </a:ext>
            </a:extLst>
          </p:cNvPr>
          <p:cNvSpPr/>
          <p:nvPr/>
        </p:nvSpPr>
        <p:spPr>
          <a:xfrm>
            <a:off x="17909882" y="8617127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入力情報が</a:t>
            </a:r>
            <a:endParaRPr lang="en-US" altLang="ja-JP" sz="792" dirty="0"/>
          </a:p>
          <a:p>
            <a:pPr algn="ctr"/>
            <a:r>
              <a:rPr lang="ja-JP" altLang="en-US" sz="792" dirty="0"/>
              <a:t>正しいか</a:t>
            </a:r>
          </a:p>
        </p:txBody>
      </p:sp>
      <p:sp>
        <p:nvSpPr>
          <p:cNvPr id="713" name="正方形/長方形 712">
            <a:extLst>
              <a:ext uri="{FF2B5EF4-FFF2-40B4-BE49-F238E27FC236}">
                <a16:creationId xmlns:a16="http://schemas.microsoft.com/office/drawing/2014/main" id="{1611EBF0-30AD-DA7B-0F0D-DFD94EDF958E}"/>
              </a:ext>
            </a:extLst>
          </p:cNvPr>
          <p:cNvSpPr/>
          <p:nvPr/>
        </p:nvSpPr>
        <p:spPr>
          <a:xfrm>
            <a:off x="19720711" y="9189983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所属更新完了</a:t>
            </a:r>
          </a:p>
        </p:txBody>
      </p:sp>
      <p:sp>
        <p:nvSpPr>
          <p:cNvPr id="715" name="円柱 714">
            <a:extLst>
              <a:ext uri="{FF2B5EF4-FFF2-40B4-BE49-F238E27FC236}">
                <a16:creationId xmlns:a16="http://schemas.microsoft.com/office/drawing/2014/main" id="{282D3848-9958-21D6-87A2-DC56B2FADCCE}"/>
              </a:ext>
            </a:extLst>
          </p:cNvPr>
          <p:cNvSpPr/>
          <p:nvPr/>
        </p:nvSpPr>
        <p:spPr>
          <a:xfrm>
            <a:off x="21431034" y="8617127"/>
            <a:ext cx="1279184" cy="40044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システム</a:t>
            </a:r>
          </a:p>
        </p:txBody>
      </p:sp>
      <p:cxnSp>
        <p:nvCxnSpPr>
          <p:cNvPr id="716" name="直線矢印コネクタ 715">
            <a:extLst>
              <a:ext uri="{FF2B5EF4-FFF2-40B4-BE49-F238E27FC236}">
                <a16:creationId xmlns:a16="http://schemas.microsoft.com/office/drawing/2014/main" id="{8A77014B-CF37-F6BB-C5BC-678E4B1686EE}"/>
              </a:ext>
            </a:extLst>
          </p:cNvPr>
          <p:cNvCxnSpPr>
            <a:cxnSpLocks/>
            <a:endCxn id="713" idx="0"/>
          </p:cNvCxnSpPr>
          <p:nvPr/>
        </p:nvCxnSpPr>
        <p:spPr>
          <a:xfrm>
            <a:off x="20360267" y="8817353"/>
            <a:ext cx="0" cy="372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8" name="正方形/長方形 717">
            <a:extLst>
              <a:ext uri="{FF2B5EF4-FFF2-40B4-BE49-F238E27FC236}">
                <a16:creationId xmlns:a16="http://schemas.microsoft.com/office/drawing/2014/main" id="{1F6FDA75-FF27-036E-F174-F386C200A2A9}"/>
              </a:ext>
            </a:extLst>
          </p:cNvPr>
          <p:cNvSpPr/>
          <p:nvPr/>
        </p:nvSpPr>
        <p:spPr>
          <a:xfrm>
            <a:off x="18004713" y="9189973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エラーメッセージを</a:t>
            </a:r>
            <a:endParaRPr lang="en-US" altLang="ja-JP" sz="792" dirty="0"/>
          </a:p>
          <a:p>
            <a:pPr algn="ctr"/>
            <a:r>
              <a:rPr lang="ja-JP" altLang="en-US" sz="792" dirty="0"/>
              <a:t>表示</a:t>
            </a:r>
          </a:p>
        </p:txBody>
      </p:sp>
      <p:cxnSp>
        <p:nvCxnSpPr>
          <p:cNvPr id="719" name="コネクタ: カギ線 718">
            <a:extLst>
              <a:ext uri="{FF2B5EF4-FFF2-40B4-BE49-F238E27FC236}">
                <a16:creationId xmlns:a16="http://schemas.microsoft.com/office/drawing/2014/main" id="{A40DDF09-8BA6-D176-9679-D638A8DEF363}"/>
              </a:ext>
            </a:extLst>
          </p:cNvPr>
          <p:cNvCxnSpPr>
            <a:cxnSpLocks/>
            <a:stCxn id="718" idx="1"/>
          </p:cNvCxnSpPr>
          <p:nvPr/>
        </p:nvCxnSpPr>
        <p:spPr>
          <a:xfrm rot="10800000">
            <a:off x="13875498" y="9000387"/>
            <a:ext cx="4129221" cy="389806"/>
          </a:xfrm>
          <a:prstGeom prst="bentConnector3">
            <a:avLst>
              <a:gd name="adj1" fmla="val 1000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0" name="直線コネクタ 719">
            <a:extLst>
              <a:ext uri="{FF2B5EF4-FFF2-40B4-BE49-F238E27FC236}">
                <a16:creationId xmlns:a16="http://schemas.microsoft.com/office/drawing/2014/main" id="{D230FA4F-A45B-871F-44E5-9FDF546AF312}"/>
              </a:ext>
            </a:extLst>
          </p:cNvPr>
          <p:cNvCxnSpPr>
            <a:cxnSpLocks/>
          </p:cNvCxnSpPr>
          <p:nvPr/>
        </p:nvCxnSpPr>
        <p:spPr>
          <a:xfrm>
            <a:off x="16937960" y="9017609"/>
            <a:ext cx="0" cy="372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1" name="直線矢印コネクタ 720">
            <a:extLst>
              <a:ext uri="{FF2B5EF4-FFF2-40B4-BE49-F238E27FC236}">
                <a16:creationId xmlns:a16="http://schemas.microsoft.com/office/drawing/2014/main" id="{CB6C5944-8E77-6A7B-5715-F91904CF225C}"/>
              </a:ext>
            </a:extLst>
          </p:cNvPr>
          <p:cNvCxnSpPr>
            <a:endCxn id="718" idx="0"/>
          </p:cNvCxnSpPr>
          <p:nvPr/>
        </p:nvCxnSpPr>
        <p:spPr>
          <a:xfrm>
            <a:off x="18644269" y="9017602"/>
            <a:ext cx="0" cy="172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2" name="直線矢印コネクタ 721">
            <a:extLst>
              <a:ext uri="{FF2B5EF4-FFF2-40B4-BE49-F238E27FC236}">
                <a16:creationId xmlns:a16="http://schemas.microsoft.com/office/drawing/2014/main" id="{B8E229A2-7D88-CFD4-B5FC-398FD4D8401A}"/>
              </a:ext>
            </a:extLst>
          </p:cNvPr>
          <p:cNvCxnSpPr>
            <a:cxnSpLocks/>
            <a:stCxn id="710" idx="3"/>
            <a:endCxn id="709" idx="1"/>
          </p:cNvCxnSpPr>
          <p:nvPr/>
        </p:nvCxnSpPr>
        <p:spPr>
          <a:xfrm>
            <a:off x="12446630" y="8817409"/>
            <a:ext cx="431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3" name="直線矢印コネクタ 722">
            <a:extLst>
              <a:ext uri="{FF2B5EF4-FFF2-40B4-BE49-F238E27FC236}">
                <a16:creationId xmlns:a16="http://schemas.microsoft.com/office/drawing/2014/main" id="{4A796083-71E3-CA5B-7EE7-94AA8C27DFEF}"/>
              </a:ext>
            </a:extLst>
          </p:cNvPr>
          <p:cNvCxnSpPr>
            <a:cxnSpLocks/>
            <a:stCxn id="709" idx="3"/>
            <a:endCxn id="708" idx="1"/>
          </p:cNvCxnSpPr>
          <p:nvPr/>
        </p:nvCxnSpPr>
        <p:spPr>
          <a:xfrm>
            <a:off x="14156960" y="8817347"/>
            <a:ext cx="4311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4" name="直線矢印コネクタ 723">
            <a:extLst>
              <a:ext uri="{FF2B5EF4-FFF2-40B4-BE49-F238E27FC236}">
                <a16:creationId xmlns:a16="http://schemas.microsoft.com/office/drawing/2014/main" id="{06F0F4E1-335F-F2CA-36AE-76E954925B65}"/>
              </a:ext>
            </a:extLst>
          </p:cNvPr>
          <p:cNvCxnSpPr>
            <a:cxnSpLocks/>
            <a:stCxn id="708" idx="3"/>
            <a:endCxn id="711" idx="1"/>
          </p:cNvCxnSpPr>
          <p:nvPr/>
        </p:nvCxnSpPr>
        <p:spPr>
          <a:xfrm flipV="1">
            <a:off x="15867289" y="8817386"/>
            <a:ext cx="332311" cy="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5" name="直線矢印コネクタ 724">
            <a:extLst>
              <a:ext uri="{FF2B5EF4-FFF2-40B4-BE49-F238E27FC236}">
                <a16:creationId xmlns:a16="http://schemas.microsoft.com/office/drawing/2014/main" id="{CA45FF25-92BE-D7B1-E13B-986534511B3D}"/>
              </a:ext>
            </a:extLst>
          </p:cNvPr>
          <p:cNvCxnSpPr>
            <a:cxnSpLocks/>
            <a:stCxn id="711" idx="3"/>
            <a:endCxn id="712" idx="1"/>
          </p:cNvCxnSpPr>
          <p:nvPr/>
        </p:nvCxnSpPr>
        <p:spPr>
          <a:xfrm flipV="1">
            <a:off x="17676387" y="8817408"/>
            <a:ext cx="2334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6" name="テキスト ボックス 735">
            <a:extLst>
              <a:ext uri="{FF2B5EF4-FFF2-40B4-BE49-F238E27FC236}">
                <a16:creationId xmlns:a16="http://schemas.microsoft.com/office/drawing/2014/main" id="{AF83D313-B7B9-B981-FD2E-E7DE05FF1BD9}"/>
              </a:ext>
            </a:extLst>
          </p:cNvPr>
          <p:cNvSpPr txBox="1"/>
          <p:nvPr/>
        </p:nvSpPr>
        <p:spPr>
          <a:xfrm>
            <a:off x="16943645" y="8962370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sp>
        <p:nvSpPr>
          <p:cNvPr id="737" name="テキスト ボックス 736">
            <a:extLst>
              <a:ext uri="{FF2B5EF4-FFF2-40B4-BE49-F238E27FC236}">
                <a16:creationId xmlns:a16="http://schemas.microsoft.com/office/drawing/2014/main" id="{CD557802-6C94-121C-5984-79D20B239DDB}"/>
              </a:ext>
            </a:extLst>
          </p:cNvPr>
          <p:cNvSpPr txBox="1"/>
          <p:nvPr/>
        </p:nvSpPr>
        <p:spPr>
          <a:xfrm>
            <a:off x="17269337" y="8585446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sp>
        <p:nvSpPr>
          <p:cNvPr id="738" name="テキスト ボックス 737">
            <a:extLst>
              <a:ext uri="{FF2B5EF4-FFF2-40B4-BE49-F238E27FC236}">
                <a16:creationId xmlns:a16="http://schemas.microsoft.com/office/drawing/2014/main" id="{297EE2E6-51BD-9588-DEE2-688FE4E1BB02}"/>
              </a:ext>
            </a:extLst>
          </p:cNvPr>
          <p:cNvSpPr txBox="1"/>
          <p:nvPr/>
        </p:nvSpPr>
        <p:spPr>
          <a:xfrm>
            <a:off x="18647236" y="8952770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sp>
        <p:nvSpPr>
          <p:cNvPr id="739" name="テキスト ボックス 738">
            <a:extLst>
              <a:ext uri="{FF2B5EF4-FFF2-40B4-BE49-F238E27FC236}">
                <a16:creationId xmlns:a16="http://schemas.microsoft.com/office/drawing/2014/main" id="{0B9095BF-5B55-5984-2CEA-6B83C0F07F39}"/>
              </a:ext>
            </a:extLst>
          </p:cNvPr>
          <p:cNvSpPr txBox="1"/>
          <p:nvPr/>
        </p:nvSpPr>
        <p:spPr>
          <a:xfrm>
            <a:off x="18972935" y="8575842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sp>
        <p:nvSpPr>
          <p:cNvPr id="740" name="テキスト ボックス 739">
            <a:extLst>
              <a:ext uri="{FF2B5EF4-FFF2-40B4-BE49-F238E27FC236}">
                <a16:creationId xmlns:a16="http://schemas.microsoft.com/office/drawing/2014/main" id="{3E8C0C50-AC07-375B-DF49-FE6122ACE25C}"/>
              </a:ext>
            </a:extLst>
          </p:cNvPr>
          <p:cNvSpPr txBox="1"/>
          <p:nvPr/>
        </p:nvSpPr>
        <p:spPr>
          <a:xfrm>
            <a:off x="18652548" y="7807073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sp>
        <p:nvSpPr>
          <p:cNvPr id="741" name="テキスト ボックス 740">
            <a:extLst>
              <a:ext uri="{FF2B5EF4-FFF2-40B4-BE49-F238E27FC236}">
                <a16:creationId xmlns:a16="http://schemas.microsoft.com/office/drawing/2014/main" id="{9FFC337B-F5C4-6226-0978-243B1A5DCC19}"/>
              </a:ext>
            </a:extLst>
          </p:cNvPr>
          <p:cNvSpPr txBox="1"/>
          <p:nvPr/>
        </p:nvSpPr>
        <p:spPr>
          <a:xfrm>
            <a:off x="18978242" y="7430146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sp>
        <p:nvSpPr>
          <p:cNvPr id="742" name="テキスト ボックス 741">
            <a:extLst>
              <a:ext uri="{FF2B5EF4-FFF2-40B4-BE49-F238E27FC236}">
                <a16:creationId xmlns:a16="http://schemas.microsoft.com/office/drawing/2014/main" id="{812D2ADD-E2EB-0F62-DC2D-C6ACC417AAB9}"/>
              </a:ext>
            </a:extLst>
          </p:cNvPr>
          <p:cNvSpPr txBox="1"/>
          <p:nvPr/>
        </p:nvSpPr>
        <p:spPr>
          <a:xfrm>
            <a:off x="16939045" y="7785395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sp>
        <p:nvSpPr>
          <p:cNvPr id="743" name="テキスト ボックス 742">
            <a:extLst>
              <a:ext uri="{FF2B5EF4-FFF2-40B4-BE49-F238E27FC236}">
                <a16:creationId xmlns:a16="http://schemas.microsoft.com/office/drawing/2014/main" id="{19500AA7-7A9D-EB39-F90D-16E85DDBFB3E}"/>
              </a:ext>
            </a:extLst>
          </p:cNvPr>
          <p:cNvSpPr txBox="1"/>
          <p:nvPr/>
        </p:nvSpPr>
        <p:spPr>
          <a:xfrm>
            <a:off x="17264737" y="7408465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grpSp>
        <p:nvGrpSpPr>
          <p:cNvPr id="744" name="グループ化 743">
            <a:extLst>
              <a:ext uri="{FF2B5EF4-FFF2-40B4-BE49-F238E27FC236}">
                <a16:creationId xmlns:a16="http://schemas.microsoft.com/office/drawing/2014/main" id="{A5A09C76-7106-E4E1-3BA4-55A343AB5016}"/>
              </a:ext>
            </a:extLst>
          </p:cNvPr>
          <p:cNvGrpSpPr/>
          <p:nvPr/>
        </p:nvGrpSpPr>
        <p:grpSpPr>
          <a:xfrm>
            <a:off x="19386749" y="8817337"/>
            <a:ext cx="2042632" cy="22"/>
            <a:chOff x="15295712" y="1206779"/>
            <a:chExt cx="1805544" cy="11"/>
          </a:xfrm>
        </p:grpSpPr>
        <p:cxnSp>
          <p:nvCxnSpPr>
            <p:cNvPr id="745" name="直線矢印コネクタ 744">
              <a:extLst>
                <a:ext uri="{FF2B5EF4-FFF2-40B4-BE49-F238E27FC236}">
                  <a16:creationId xmlns:a16="http://schemas.microsoft.com/office/drawing/2014/main" id="{9B7A69E6-A393-2783-DED6-12E938B9F892}"/>
                </a:ext>
              </a:extLst>
            </p:cNvPr>
            <p:cNvCxnSpPr>
              <a:cxnSpLocks/>
            </p:cNvCxnSpPr>
            <p:nvPr/>
          </p:nvCxnSpPr>
          <p:spPr>
            <a:xfrm>
              <a:off x="15295712" y="1206779"/>
              <a:ext cx="1738826" cy="0"/>
            </a:xfrm>
            <a:prstGeom prst="straightConnector1">
              <a:avLst/>
            </a:prstGeom>
            <a:ln w="9525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46" name="直線矢印コネクタ 745">
              <a:extLst>
                <a:ext uri="{FF2B5EF4-FFF2-40B4-BE49-F238E27FC236}">
                  <a16:creationId xmlns:a16="http://schemas.microsoft.com/office/drawing/2014/main" id="{1D564D04-D130-F750-2CFD-073E14C6BEB0}"/>
                </a:ext>
              </a:extLst>
            </p:cNvPr>
            <p:cNvCxnSpPr>
              <a:cxnSpLocks/>
            </p:cNvCxnSpPr>
            <p:nvPr/>
          </p:nvCxnSpPr>
          <p:spPr>
            <a:xfrm>
              <a:off x="17034533" y="1206789"/>
              <a:ext cx="6672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7" name="グループ化 746">
            <a:extLst>
              <a:ext uri="{FF2B5EF4-FFF2-40B4-BE49-F238E27FC236}">
                <a16:creationId xmlns:a16="http://schemas.microsoft.com/office/drawing/2014/main" id="{8AF9FFCD-2E2E-5ED3-3785-175430937E74}"/>
              </a:ext>
            </a:extLst>
          </p:cNvPr>
          <p:cNvGrpSpPr/>
          <p:nvPr/>
        </p:nvGrpSpPr>
        <p:grpSpPr>
          <a:xfrm>
            <a:off x="19386749" y="7672957"/>
            <a:ext cx="2042632" cy="22"/>
            <a:chOff x="15295712" y="1206779"/>
            <a:chExt cx="1805544" cy="11"/>
          </a:xfrm>
        </p:grpSpPr>
        <p:cxnSp>
          <p:nvCxnSpPr>
            <p:cNvPr id="748" name="直線矢印コネクタ 747">
              <a:extLst>
                <a:ext uri="{FF2B5EF4-FFF2-40B4-BE49-F238E27FC236}">
                  <a16:creationId xmlns:a16="http://schemas.microsoft.com/office/drawing/2014/main" id="{FAE748D7-C414-AF0A-D660-ECA34B9E6442}"/>
                </a:ext>
              </a:extLst>
            </p:cNvPr>
            <p:cNvCxnSpPr>
              <a:cxnSpLocks/>
            </p:cNvCxnSpPr>
            <p:nvPr/>
          </p:nvCxnSpPr>
          <p:spPr>
            <a:xfrm>
              <a:off x="15295712" y="1206779"/>
              <a:ext cx="1738826" cy="0"/>
            </a:xfrm>
            <a:prstGeom prst="straightConnector1">
              <a:avLst/>
            </a:prstGeom>
            <a:ln w="9525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49" name="直線矢印コネクタ 748">
              <a:extLst>
                <a:ext uri="{FF2B5EF4-FFF2-40B4-BE49-F238E27FC236}">
                  <a16:creationId xmlns:a16="http://schemas.microsoft.com/office/drawing/2014/main" id="{9DD0D237-D69B-3CE1-8B65-820BAE965368}"/>
                </a:ext>
              </a:extLst>
            </p:cNvPr>
            <p:cNvCxnSpPr>
              <a:cxnSpLocks/>
            </p:cNvCxnSpPr>
            <p:nvPr/>
          </p:nvCxnSpPr>
          <p:spPr>
            <a:xfrm>
              <a:off x="17034533" y="1206789"/>
              <a:ext cx="6672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54" name="コネクタ: カギ線 753">
            <a:extLst>
              <a:ext uri="{FF2B5EF4-FFF2-40B4-BE49-F238E27FC236}">
                <a16:creationId xmlns:a16="http://schemas.microsoft.com/office/drawing/2014/main" id="{4EE0FF60-DD15-F396-7D74-68DB18BD7DAF}"/>
              </a:ext>
            </a:extLst>
          </p:cNvPr>
          <p:cNvCxnSpPr>
            <a:stCxn id="691" idx="2"/>
            <a:endCxn id="710" idx="1"/>
          </p:cNvCxnSpPr>
          <p:nvPr/>
        </p:nvCxnSpPr>
        <p:spPr>
          <a:xfrm rot="16200000" flipH="1">
            <a:off x="10159326" y="7809248"/>
            <a:ext cx="945470" cy="1070738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4" name="正方形/長方形 823">
            <a:extLst>
              <a:ext uri="{FF2B5EF4-FFF2-40B4-BE49-F238E27FC236}">
                <a16:creationId xmlns:a16="http://schemas.microsoft.com/office/drawing/2014/main" id="{68B460AC-81A8-6A6D-7469-F512527AEFD9}"/>
              </a:ext>
            </a:extLst>
          </p:cNvPr>
          <p:cNvSpPr/>
          <p:nvPr/>
        </p:nvSpPr>
        <p:spPr>
          <a:xfrm>
            <a:off x="14588079" y="11524237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役職登録に</a:t>
            </a:r>
            <a:endParaRPr lang="en-US" altLang="ja-JP" sz="792" dirty="0"/>
          </a:p>
          <a:p>
            <a:pPr algn="ctr"/>
            <a:r>
              <a:rPr lang="ja-JP" altLang="en-US" sz="792" dirty="0"/>
              <a:t>必要な情報を入力</a:t>
            </a:r>
          </a:p>
        </p:txBody>
      </p:sp>
      <p:sp>
        <p:nvSpPr>
          <p:cNvPr id="825" name="正方形/長方形 824">
            <a:extLst>
              <a:ext uri="{FF2B5EF4-FFF2-40B4-BE49-F238E27FC236}">
                <a16:creationId xmlns:a16="http://schemas.microsoft.com/office/drawing/2014/main" id="{21214FE5-7790-D2A3-2092-DA5A948280C7}"/>
              </a:ext>
            </a:extLst>
          </p:cNvPr>
          <p:cNvSpPr/>
          <p:nvPr/>
        </p:nvSpPr>
        <p:spPr>
          <a:xfrm>
            <a:off x="12877756" y="11524237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役職登録画面</a:t>
            </a:r>
          </a:p>
        </p:txBody>
      </p:sp>
      <p:sp>
        <p:nvSpPr>
          <p:cNvPr id="826" name="正方形/長方形 825">
            <a:extLst>
              <a:ext uri="{FF2B5EF4-FFF2-40B4-BE49-F238E27FC236}">
                <a16:creationId xmlns:a16="http://schemas.microsoft.com/office/drawing/2014/main" id="{5E30D995-86F8-4B31-83C2-074B899976AE}"/>
              </a:ext>
            </a:extLst>
          </p:cNvPr>
          <p:cNvSpPr/>
          <p:nvPr/>
        </p:nvSpPr>
        <p:spPr>
          <a:xfrm>
            <a:off x="11167426" y="11524236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792" dirty="0"/>
              <a:t>『</a:t>
            </a:r>
            <a:r>
              <a:rPr lang="ja-JP" altLang="en-US" sz="792" dirty="0"/>
              <a:t>登録</a:t>
            </a:r>
            <a:r>
              <a:rPr lang="en-US" altLang="ja-JP" sz="792" dirty="0"/>
              <a:t>』</a:t>
            </a:r>
            <a:r>
              <a:rPr lang="ja-JP" altLang="en-US" sz="792" dirty="0"/>
              <a:t>ボタン押下</a:t>
            </a:r>
          </a:p>
        </p:txBody>
      </p:sp>
      <p:sp>
        <p:nvSpPr>
          <p:cNvPr id="827" name="正方形/長方形 826">
            <a:extLst>
              <a:ext uri="{FF2B5EF4-FFF2-40B4-BE49-F238E27FC236}">
                <a16:creationId xmlns:a16="http://schemas.microsoft.com/office/drawing/2014/main" id="{785F3C8F-199F-9540-FA36-10DDD94BDAC3}"/>
              </a:ext>
            </a:extLst>
          </p:cNvPr>
          <p:cNvSpPr/>
          <p:nvPr/>
        </p:nvSpPr>
        <p:spPr>
          <a:xfrm>
            <a:off x="9457096" y="11524236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役職管理画面</a:t>
            </a:r>
          </a:p>
        </p:txBody>
      </p:sp>
      <p:sp>
        <p:nvSpPr>
          <p:cNvPr id="828" name="ひし形 827">
            <a:extLst>
              <a:ext uri="{FF2B5EF4-FFF2-40B4-BE49-F238E27FC236}">
                <a16:creationId xmlns:a16="http://schemas.microsoft.com/office/drawing/2014/main" id="{5946587F-65E7-6BBA-BD44-319AB621B85A}"/>
              </a:ext>
            </a:extLst>
          </p:cNvPr>
          <p:cNvSpPr/>
          <p:nvPr/>
        </p:nvSpPr>
        <p:spPr>
          <a:xfrm>
            <a:off x="16199556" y="11524236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確認</a:t>
            </a:r>
            <a:endParaRPr lang="en-US" altLang="ja-JP" sz="792" dirty="0"/>
          </a:p>
          <a:p>
            <a:pPr algn="ctr"/>
            <a:r>
              <a:rPr lang="ja-JP" altLang="en-US" sz="792" dirty="0"/>
              <a:t>ダイアログ</a:t>
            </a:r>
          </a:p>
        </p:txBody>
      </p:sp>
      <p:sp>
        <p:nvSpPr>
          <p:cNvPr id="829" name="ひし形 828">
            <a:extLst>
              <a:ext uri="{FF2B5EF4-FFF2-40B4-BE49-F238E27FC236}">
                <a16:creationId xmlns:a16="http://schemas.microsoft.com/office/drawing/2014/main" id="{44DF375E-FB17-86A1-3494-0E34FB95BD63}"/>
              </a:ext>
            </a:extLst>
          </p:cNvPr>
          <p:cNvSpPr/>
          <p:nvPr/>
        </p:nvSpPr>
        <p:spPr>
          <a:xfrm>
            <a:off x="17909882" y="11524233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入力情報が</a:t>
            </a:r>
            <a:endParaRPr lang="en-US" altLang="ja-JP" sz="792" dirty="0"/>
          </a:p>
          <a:p>
            <a:pPr algn="ctr"/>
            <a:r>
              <a:rPr lang="ja-JP" altLang="en-US" sz="792" dirty="0"/>
              <a:t>正しいか</a:t>
            </a:r>
          </a:p>
        </p:txBody>
      </p:sp>
      <p:sp>
        <p:nvSpPr>
          <p:cNvPr id="830" name="正方形/長方形 829">
            <a:extLst>
              <a:ext uri="{FF2B5EF4-FFF2-40B4-BE49-F238E27FC236}">
                <a16:creationId xmlns:a16="http://schemas.microsoft.com/office/drawing/2014/main" id="{8AFB1B0D-3BB3-9FBB-238F-027BC554A94B}"/>
              </a:ext>
            </a:extLst>
          </p:cNvPr>
          <p:cNvSpPr/>
          <p:nvPr/>
        </p:nvSpPr>
        <p:spPr>
          <a:xfrm>
            <a:off x="19720711" y="12097085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役職登録完了</a:t>
            </a:r>
          </a:p>
        </p:txBody>
      </p:sp>
      <p:sp>
        <p:nvSpPr>
          <p:cNvPr id="832" name="円柱 831">
            <a:extLst>
              <a:ext uri="{FF2B5EF4-FFF2-40B4-BE49-F238E27FC236}">
                <a16:creationId xmlns:a16="http://schemas.microsoft.com/office/drawing/2014/main" id="{D0D95D58-314E-57AA-6EA7-C3948D8049E3}"/>
              </a:ext>
            </a:extLst>
          </p:cNvPr>
          <p:cNvSpPr/>
          <p:nvPr/>
        </p:nvSpPr>
        <p:spPr>
          <a:xfrm>
            <a:off x="21431034" y="11524228"/>
            <a:ext cx="1279184" cy="40044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システム</a:t>
            </a:r>
          </a:p>
        </p:txBody>
      </p:sp>
      <p:cxnSp>
        <p:nvCxnSpPr>
          <p:cNvPr id="833" name="直線矢印コネクタ 832">
            <a:extLst>
              <a:ext uri="{FF2B5EF4-FFF2-40B4-BE49-F238E27FC236}">
                <a16:creationId xmlns:a16="http://schemas.microsoft.com/office/drawing/2014/main" id="{ED1A1F07-4DCC-32E2-2649-2662F262B116}"/>
              </a:ext>
            </a:extLst>
          </p:cNvPr>
          <p:cNvCxnSpPr>
            <a:cxnSpLocks/>
            <a:endCxn id="830" idx="0"/>
          </p:cNvCxnSpPr>
          <p:nvPr/>
        </p:nvCxnSpPr>
        <p:spPr>
          <a:xfrm>
            <a:off x="20360267" y="11724455"/>
            <a:ext cx="0" cy="372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5" name="正方形/長方形 834">
            <a:extLst>
              <a:ext uri="{FF2B5EF4-FFF2-40B4-BE49-F238E27FC236}">
                <a16:creationId xmlns:a16="http://schemas.microsoft.com/office/drawing/2014/main" id="{768B9995-4B9D-E437-C0BD-B977FA3512A9}"/>
              </a:ext>
            </a:extLst>
          </p:cNvPr>
          <p:cNvSpPr/>
          <p:nvPr/>
        </p:nvSpPr>
        <p:spPr>
          <a:xfrm>
            <a:off x="18004713" y="12097073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エラーメッセージを</a:t>
            </a:r>
            <a:endParaRPr lang="en-US" altLang="ja-JP" sz="792" dirty="0"/>
          </a:p>
          <a:p>
            <a:pPr algn="ctr"/>
            <a:r>
              <a:rPr lang="ja-JP" altLang="en-US" sz="792" dirty="0"/>
              <a:t>表示</a:t>
            </a:r>
          </a:p>
        </p:txBody>
      </p:sp>
      <p:cxnSp>
        <p:nvCxnSpPr>
          <p:cNvPr id="836" name="コネクタ: カギ線 835">
            <a:extLst>
              <a:ext uri="{FF2B5EF4-FFF2-40B4-BE49-F238E27FC236}">
                <a16:creationId xmlns:a16="http://schemas.microsoft.com/office/drawing/2014/main" id="{19EF1B56-33B3-18A8-29F8-F47C63AD0A9F}"/>
              </a:ext>
            </a:extLst>
          </p:cNvPr>
          <p:cNvCxnSpPr>
            <a:cxnSpLocks/>
            <a:stCxn id="835" idx="1"/>
            <a:endCxn id="825" idx="2"/>
          </p:cNvCxnSpPr>
          <p:nvPr/>
        </p:nvCxnSpPr>
        <p:spPr>
          <a:xfrm rot="10800000">
            <a:off x="13517352" y="11924708"/>
            <a:ext cx="4487366" cy="3726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7" name="直線コネクタ 836">
            <a:extLst>
              <a:ext uri="{FF2B5EF4-FFF2-40B4-BE49-F238E27FC236}">
                <a16:creationId xmlns:a16="http://schemas.microsoft.com/office/drawing/2014/main" id="{53DFB58C-94AA-E17F-DD86-8CADD9C2C9CA}"/>
              </a:ext>
            </a:extLst>
          </p:cNvPr>
          <p:cNvCxnSpPr>
            <a:cxnSpLocks/>
          </p:cNvCxnSpPr>
          <p:nvPr/>
        </p:nvCxnSpPr>
        <p:spPr>
          <a:xfrm>
            <a:off x="16937960" y="11924713"/>
            <a:ext cx="0" cy="372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8" name="直線矢印コネクタ 837">
            <a:extLst>
              <a:ext uri="{FF2B5EF4-FFF2-40B4-BE49-F238E27FC236}">
                <a16:creationId xmlns:a16="http://schemas.microsoft.com/office/drawing/2014/main" id="{7BEEBFEA-10F0-7159-7F8A-35A926C99820}"/>
              </a:ext>
            </a:extLst>
          </p:cNvPr>
          <p:cNvCxnSpPr>
            <a:endCxn id="835" idx="0"/>
          </p:cNvCxnSpPr>
          <p:nvPr/>
        </p:nvCxnSpPr>
        <p:spPr>
          <a:xfrm>
            <a:off x="18644269" y="11924701"/>
            <a:ext cx="0" cy="172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9" name="直線矢印コネクタ 838">
            <a:extLst>
              <a:ext uri="{FF2B5EF4-FFF2-40B4-BE49-F238E27FC236}">
                <a16:creationId xmlns:a16="http://schemas.microsoft.com/office/drawing/2014/main" id="{C077212E-3F41-29EB-6FCA-77395CB215C0}"/>
              </a:ext>
            </a:extLst>
          </p:cNvPr>
          <p:cNvCxnSpPr>
            <a:stCxn id="827" idx="3"/>
            <a:endCxn id="826" idx="1"/>
          </p:cNvCxnSpPr>
          <p:nvPr/>
        </p:nvCxnSpPr>
        <p:spPr>
          <a:xfrm>
            <a:off x="10736301" y="11724509"/>
            <a:ext cx="431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0" name="直線矢印コネクタ 839">
            <a:extLst>
              <a:ext uri="{FF2B5EF4-FFF2-40B4-BE49-F238E27FC236}">
                <a16:creationId xmlns:a16="http://schemas.microsoft.com/office/drawing/2014/main" id="{770B90A5-F9E9-42F8-3C25-F0BB5C74FF3C}"/>
              </a:ext>
            </a:extLst>
          </p:cNvPr>
          <p:cNvCxnSpPr>
            <a:cxnSpLocks/>
            <a:stCxn id="826" idx="3"/>
            <a:endCxn id="825" idx="1"/>
          </p:cNvCxnSpPr>
          <p:nvPr/>
        </p:nvCxnSpPr>
        <p:spPr>
          <a:xfrm>
            <a:off x="12446630" y="11724509"/>
            <a:ext cx="431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1" name="直線矢印コネクタ 840">
            <a:extLst>
              <a:ext uri="{FF2B5EF4-FFF2-40B4-BE49-F238E27FC236}">
                <a16:creationId xmlns:a16="http://schemas.microsoft.com/office/drawing/2014/main" id="{132BBF3E-E837-BF6D-1C92-4945268792C6}"/>
              </a:ext>
            </a:extLst>
          </p:cNvPr>
          <p:cNvCxnSpPr>
            <a:cxnSpLocks/>
            <a:stCxn id="825" idx="3"/>
            <a:endCxn id="824" idx="1"/>
          </p:cNvCxnSpPr>
          <p:nvPr/>
        </p:nvCxnSpPr>
        <p:spPr>
          <a:xfrm>
            <a:off x="14156960" y="11724449"/>
            <a:ext cx="4311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" name="直線矢印コネクタ 841">
            <a:extLst>
              <a:ext uri="{FF2B5EF4-FFF2-40B4-BE49-F238E27FC236}">
                <a16:creationId xmlns:a16="http://schemas.microsoft.com/office/drawing/2014/main" id="{05F49573-FB7E-B51E-01F4-FB68EECD2CEE}"/>
              </a:ext>
            </a:extLst>
          </p:cNvPr>
          <p:cNvCxnSpPr>
            <a:cxnSpLocks/>
            <a:stCxn id="824" idx="3"/>
            <a:endCxn id="828" idx="1"/>
          </p:cNvCxnSpPr>
          <p:nvPr/>
        </p:nvCxnSpPr>
        <p:spPr>
          <a:xfrm flipV="1">
            <a:off x="15867289" y="11724493"/>
            <a:ext cx="332311" cy="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3" name="直線矢印コネクタ 842">
            <a:extLst>
              <a:ext uri="{FF2B5EF4-FFF2-40B4-BE49-F238E27FC236}">
                <a16:creationId xmlns:a16="http://schemas.microsoft.com/office/drawing/2014/main" id="{D0E5E67E-156F-0E14-B282-70979DA0FC3F}"/>
              </a:ext>
            </a:extLst>
          </p:cNvPr>
          <p:cNvCxnSpPr>
            <a:cxnSpLocks/>
            <a:stCxn id="828" idx="3"/>
            <a:endCxn id="829" idx="1"/>
          </p:cNvCxnSpPr>
          <p:nvPr/>
        </p:nvCxnSpPr>
        <p:spPr>
          <a:xfrm flipV="1">
            <a:off x="17676387" y="11724509"/>
            <a:ext cx="2334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4" name="正方形/長方形 843">
            <a:extLst>
              <a:ext uri="{FF2B5EF4-FFF2-40B4-BE49-F238E27FC236}">
                <a16:creationId xmlns:a16="http://schemas.microsoft.com/office/drawing/2014/main" id="{A89055B5-EB4A-DF40-5BB4-8858E74125E8}"/>
              </a:ext>
            </a:extLst>
          </p:cNvPr>
          <p:cNvSpPr/>
          <p:nvPr/>
        </p:nvSpPr>
        <p:spPr>
          <a:xfrm>
            <a:off x="14588079" y="12669926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役職更新に</a:t>
            </a:r>
            <a:endParaRPr lang="en-US" altLang="ja-JP" sz="792" dirty="0"/>
          </a:p>
          <a:p>
            <a:pPr algn="ctr"/>
            <a:r>
              <a:rPr lang="ja-JP" altLang="en-US" sz="792" dirty="0"/>
              <a:t>必要な情報を入力</a:t>
            </a:r>
          </a:p>
        </p:txBody>
      </p:sp>
      <p:sp>
        <p:nvSpPr>
          <p:cNvPr id="845" name="正方形/長方形 844">
            <a:extLst>
              <a:ext uri="{FF2B5EF4-FFF2-40B4-BE49-F238E27FC236}">
                <a16:creationId xmlns:a16="http://schemas.microsoft.com/office/drawing/2014/main" id="{68C7D51F-50B3-E443-A944-D01247E98C51}"/>
              </a:ext>
            </a:extLst>
          </p:cNvPr>
          <p:cNvSpPr/>
          <p:nvPr/>
        </p:nvSpPr>
        <p:spPr>
          <a:xfrm>
            <a:off x="12877756" y="12669926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役職更新画面</a:t>
            </a:r>
          </a:p>
        </p:txBody>
      </p:sp>
      <p:sp>
        <p:nvSpPr>
          <p:cNvPr id="846" name="正方形/長方形 845">
            <a:extLst>
              <a:ext uri="{FF2B5EF4-FFF2-40B4-BE49-F238E27FC236}">
                <a16:creationId xmlns:a16="http://schemas.microsoft.com/office/drawing/2014/main" id="{A5DF5526-C1C4-E7C3-E84A-C1D97A1844CF}"/>
              </a:ext>
            </a:extLst>
          </p:cNvPr>
          <p:cNvSpPr/>
          <p:nvPr/>
        </p:nvSpPr>
        <p:spPr>
          <a:xfrm>
            <a:off x="11167426" y="12669926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データを選択して</a:t>
            </a:r>
            <a:endParaRPr lang="en-US" altLang="ja-JP" sz="792" dirty="0"/>
          </a:p>
          <a:p>
            <a:pPr algn="ctr"/>
            <a:r>
              <a:rPr lang="en-US" altLang="ja-JP" sz="792" dirty="0"/>
              <a:t>『</a:t>
            </a:r>
            <a:r>
              <a:rPr lang="ja-JP" altLang="en-US" sz="792" dirty="0"/>
              <a:t>更新</a:t>
            </a:r>
            <a:r>
              <a:rPr lang="en-US" altLang="ja-JP" sz="792" dirty="0"/>
              <a:t>』</a:t>
            </a:r>
            <a:r>
              <a:rPr lang="ja-JP" altLang="en-US" sz="792" dirty="0"/>
              <a:t>ボタン押下</a:t>
            </a:r>
          </a:p>
        </p:txBody>
      </p:sp>
      <p:sp>
        <p:nvSpPr>
          <p:cNvPr id="847" name="ひし形 846">
            <a:extLst>
              <a:ext uri="{FF2B5EF4-FFF2-40B4-BE49-F238E27FC236}">
                <a16:creationId xmlns:a16="http://schemas.microsoft.com/office/drawing/2014/main" id="{21696754-2DE7-B922-FA15-B5A82ACB93BA}"/>
              </a:ext>
            </a:extLst>
          </p:cNvPr>
          <p:cNvSpPr/>
          <p:nvPr/>
        </p:nvSpPr>
        <p:spPr>
          <a:xfrm>
            <a:off x="16199556" y="12669920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確認</a:t>
            </a:r>
            <a:endParaRPr lang="en-US" altLang="ja-JP" sz="792" dirty="0"/>
          </a:p>
          <a:p>
            <a:pPr algn="ctr"/>
            <a:r>
              <a:rPr lang="ja-JP" altLang="en-US" sz="792" dirty="0"/>
              <a:t>ダイアログ</a:t>
            </a:r>
          </a:p>
        </p:txBody>
      </p:sp>
      <p:sp>
        <p:nvSpPr>
          <p:cNvPr id="848" name="ひし形 847">
            <a:extLst>
              <a:ext uri="{FF2B5EF4-FFF2-40B4-BE49-F238E27FC236}">
                <a16:creationId xmlns:a16="http://schemas.microsoft.com/office/drawing/2014/main" id="{1E3F2904-E972-AAF0-F925-C41C373E65C4}"/>
              </a:ext>
            </a:extLst>
          </p:cNvPr>
          <p:cNvSpPr/>
          <p:nvPr/>
        </p:nvSpPr>
        <p:spPr>
          <a:xfrm>
            <a:off x="17909882" y="12669920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入力情報が</a:t>
            </a:r>
            <a:endParaRPr lang="en-US" altLang="ja-JP" sz="792" dirty="0"/>
          </a:p>
          <a:p>
            <a:pPr algn="ctr"/>
            <a:r>
              <a:rPr lang="ja-JP" altLang="en-US" sz="792" dirty="0"/>
              <a:t>正しいか</a:t>
            </a:r>
          </a:p>
        </p:txBody>
      </p:sp>
      <p:sp>
        <p:nvSpPr>
          <p:cNvPr id="849" name="正方形/長方形 848">
            <a:extLst>
              <a:ext uri="{FF2B5EF4-FFF2-40B4-BE49-F238E27FC236}">
                <a16:creationId xmlns:a16="http://schemas.microsoft.com/office/drawing/2014/main" id="{F2C02D92-AC83-CAC0-FADC-307E9844DD4B}"/>
              </a:ext>
            </a:extLst>
          </p:cNvPr>
          <p:cNvSpPr/>
          <p:nvPr/>
        </p:nvSpPr>
        <p:spPr>
          <a:xfrm>
            <a:off x="19720711" y="13242776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役職更新完了</a:t>
            </a:r>
          </a:p>
        </p:txBody>
      </p:sp>
      <p:sp>
        <p:nvSpPr>
          <p:cNvPr id="851" name="円柱 850">
            <a:extLst>
              <a:ext uri="{FF2B5EF4-FFF2-40B4-BE49-F238E27FC236}">
                <a16:creationId xmlns:a16="http://schemas.microsoft.com/office/drawing/2014/main" id="{6F8C39B7-D95C-DCE3-B3CC-2B436D2428DB}"/>
              </a:ext>
            </a:extLst>
          </p:cNvPr>
          <p:cNvSpPr/>
          <p:nvPr/>
        </p:nvSpPr>
        <p:spPr>
          <a:xfrm>
            <a:off x="21431034" y="12669920"/>
            <a:ext cx="1279184" cy="40044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システム</a:t>
            </a:r>
          </a:p>
        </p:txBody>
      </p:sp>
      <p:cxnSp>
        <p:nvCxnSpPr>
          <p:cNvPr id="852" name="直線矢印コネクタ 851">
            <a:extLst>
              <a:ext uri="{FF2B5EF4-FFF2-40B4-BE49-F238E27FC236}">
                <a16:creationId xmlns:a16="http://schemas.microsoft.com/office/drawing/2014/main" id="{3D03BFF9-D450-A88C-AC26-D0CB26039A9C}"/>
              </a:ext>
            </a:extLst>
          </p:cNvPr>
          <p:cNvCxnSpPr>
            <a:cxnSpLocks/>
            <a:endCxn id="849" idx="0"/>
          </p:cNvCxnSpPr>
          <p:nvPr/>
        </p:nvCxnSpPr>
        <p:spPr>
          <a:xfrm>
            <a:off x="20360267" y="12870146"/>
            <a:ext cx="0" cy="372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4" name="正方形/長方形 853">
            <a:extLst>
              <a:ext uri="{FF2B5EF4-FFF2-40B4-BE49-F238E27FC236}">
                <a16:creationId xmlns:a16="http://schemas.microsoft.com/office/drawing/2014/main" id="{2A2F7A23-47F1-C1DC-4366-4CA855C6D7CF}"/>
              </a:ext>
            </a:extLst>
          </p:cNvPr>
          <p:cNvSpPr/>
          <p:nvPr/>
        </p:nvSpPr>
        <p:spPr>
          <a:xfrm>
            <a:off x="18004713" y="13242766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エラーメッセージを</a:t>
            </a:r>
            <a:endParaRPr lang="en-US" altLang="ja-JP" sz="792" dirty="0"/>
          </a:p>
          <a:p>
            <a:pPr algn="ctr"/>
            <a:r>
              <a:rPr lang="ja-JP" altLang="en-US" sz="792" dirty="0"/>
              <a:t>表示</a:t>
            </a:r>
          </a:p>
        </p:txBody>
      </p:sp>
      <p:cxnSp>
        <p:nvCxnSpPr>
          <p:cNvPr id="855" name="コネクタ: カギ線 854">
            <a:extLst>
              <a:ext uri="{FF2B5EF4-FFF2-40B4-BE49-F238E27FC236}">
                <a16:creationId xmlns:a16="http://schemas.microsoft.com/office/drawing/2014/main" id="{5BBC0C31-968F-920B-A4C2-884436B4B17F}"/>
              </a:ext>
            </a:extLst>
          </p:cNvPr>
          <p:cNvCxnSpPr>
            <a:cxnSpLocks/>
            <a:stCxn id="854" idx="1"/>
          </p:cNvCxnSpPr>
          <p:nvPr/>
        </p:nvCxnSpPr>
        <p:spPr>
          <a:xfrm rot="10800000">
            <a:off x="13875498" y="13053180"/>
            <a:ext cx="4129221" cy="389806"/>
          </a:xfrm>
          <a:prstGeom prst="bentConnector3">
            <a:avLst>
              <a:gd name="adj1" fmla="val 1000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6" name="直線コネクタ 855">
            <a:extLst>
              <a:ext uri="{FF2B5EF4-FFF2-40B4-BE49-F238E27FC236}">
                <a16:creationId xmlns:a16="http://schemas.microsoft.com/office/drawing/2014/main" id="{910A4E0B-5496-6777-DB8C-0AE779EBA18E}"/>
              </a:ext>
            </a:extLst>
          </p:cNvPr>
          <p:cNvCxnSpPr>
            <a:cxnSpLocks/>
          </p:cNvCxnSpPr>
          <p:nvPr/>
        </p:nvCxnSpPr>
        <p:spPr>
          <a:xfrm>
            <a:off x="16937960" y="13070402"/>
            <a:ext cx="0" cy="372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7" name="直線矢印コネクタ 856">
            <a:extLst>
              <a:ext uri="{FF2B5EF4-FFF2-40B4-BE49-F238E27FC236}">
                <a16:creationId xmlns:a16="http://schemas.microsoft.com/office/drawing/2014/main" id="{B7A6A763-12B5-F961-B49F-72095CA613FE}"/>
              </a:ext>
            </a:extLst>
          </p:cNvPr>
          <p:cNvCxnSpPr>
            <a:endCxn id="854" idx="0"/>
          </p:cNvCxnSpPr>
          <p:nvPr/>
        </p:nvCxnSpPr>
        <p:spPr>
          <a:xfrm>
            <a:off x="18644269" y="13070395"/>
            <a:ext cx="0" cy="172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8" name="直線矢印コネクタ 857">
            <a:extLst>
              <a:ext uri="{FF2B5EF4-FFF2-40B4-BE49-F238E27FC236}">
                <a16:creationId xmlns:a16="http://schemas.microsoft.com/office/drawing/2014/main" id="{88AB7EF9-1EAA-D7A3-0C81-C622C44E97BC}"/>
              </a:ext>
            </a:extLst>
          </p:cNvPr>
          <p:cNvCxnSpPr>
            <a:cxnSpLocks/>
            <a:stCxn id="846" idx="3"/>
            <a:endCxn id="845" idx="1"/>
          </p:cNvCxnSpPr>
          <p:nvPr/>
        </p:nvCxnSpPr>
        <p:spPr>
          <a:xfrm>
            <a:off x="12446630" y="12870202"/>
            <a:ext cx="431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9" name="直線矢印コネクタ 858">
            <a:extLst>
              <a:ext uri="{FF2B5EF4-FFF2-40B4-BE49-F238E27FC236}">
                <a16:creationId xmlns:a16="http://schemas.microsoft.com/office/drawing/2014/main" id="{14B46842-3F9F-9310-1ED8-AC62CEAB52D6}"/>
              </a:ext>
            </a:extLst>
          </p:cNvPr>
          <p:cNvCxnSpPr>
            <a:cxnSpLocks/>
            <a:stCxn id="845" idx="3"/>
            <a:endCxn id="844" idx="1"/>
          </p:cNvCxnSpPr>
          <p:nvPr/>
        </p:nvCxnSpPr>
        <p:spPr>
          <a:xfrm>
            <a:off x="14156960" y="12870140"/>
            <a:ext cx="4311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0" name="直線矢印コネクタ 859">
            <a:extLst>
              <a:ext uri="{FF2B5EF4-FFF2-40B4-BE49-F238E27FC236}">
                <a16:creationId xmlns:a16="http://schemas.microsoft.com/office/drawing/2014/main" id="{DDDB2515-A022-FFF8-DE98-ADFCBD932728}"/>
              </a:ext>
            </a:extLst>
          </p:cNvPr>
          <p:cNvCxnSpPr>
            <a:cxnSpLocks/>
            <a:stCxn id="844" idx="3"/>
            <a:endCxn id="847" idx="1"/>
          </p:cNvCxnSpPr>
          <p:nvPr/>
        </p:nvCxnSpPr>
        <p:spPr>
          <a:xfrm flipV="1">
            <a:off x="15867289" y="12870179"/>
            <a:ext cx="332311" cy="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1" name="直線矢印コネクタ 860">
            <a:extLst>
              <a:ext uri="{FF2B5EF4-FFF2-40B4-BE49-F238E27FC236}">
                <a16:creationId xmlns:a16="http://schemas.microsoft.com/office/drawing/2014/main" id="{81069550-02E4-708E-2147-D22669E7FDCA}"/>
              </a:ext>
            </a:extLst>
          </p:cNvPr>
          <p:cNvCxnSpPr>
            <a:cxnSpLocks/>
            <a:stCxn id="847" idx="3"/>
            <a:endCxn id="848" idx="1"/>
          </p:cNvCxnSpPr>
          <p:nvPr/>
        </p:nvCxnSpPr>
        <p:spPr>
          <a:xfrm flipV="1">
            <a:off x="17676387" y="12870201"/>
            <a:ext cx="2334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2" name="テキスト ボックス 871">
            <a:extLst>
              <a:ext uri="{FF2B5EF4-FFF2-40B4-BE49-F238E27FC236}">
                <a16:creationId xmlns:a16="http://schemas.microsoft.com/office/drawing/2014/main" id="{EAFB5619-34C1-35F0-B898-644634D5849B}"/>
              </a:ext>
            </a:extLst>
          </p:cNvPr>
          <p:cNvSpPr txBox="1"/>
          <p:nvPr/>
        </p:nvSpPr>
        <p:spPr>
          <a:xfrm>
            <a:off x="16943645" y="13015164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sp>
        <p:nvSpPr>
          <p:cNvPr id="873" name="テキスト ボックス 872">
            <a:extLst>
              <a:ext uri="{FF2B5EF4-FFF2-40B4-BE49-F238E27FC236}">
                <a16:creationId xmlns:a16="http://schemas.microsoft.com/office/drawing/2014/main" id="{CD58C125-F99C-B239-D65E-9480A52828B5}"/>
              </a:ext>
            </a:extLst>
          </p:cNvPr>
          <p:cNvSpPr txBox="1"/>
          <p:nvPr/>
        </p:nvSpPr>
        <p:spPr>
          <a:xfrm>
            <a:off x="17269337" y="12638239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sp>
        <p:nvSpPr>
          <p:cNvPr id="874" name="テキスト ボックス 873">
            <a:extLst>
              <a:ext uri="{FF2B5EF4-FFF2-40B4-BE49-F238E27FC236}">
                <a16:creationId xmlns:a16="http://schemas.microsoft.com/office/drawing/2014/main" id="{04BD15D0-F78D-FCC8-2FBA-71D391390827}"/>
              </a:ext>
            </a:extLst>
          </p:cNvPr>
          <p:cNvSpPr txBox="1"/>
          <p:nvPr/>
        </p:nvSpPr>
        <p:spPr>
          <a:xfrm>
            <a:off x="18647236" y="13005563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sp>
        <p:nvSpPr>
          <p:cNvPr id="875" name="テキスト ボックス 874">
            <a:extLst>
              <a:ext uri="{FF2B5EF4-FFF2-40B4-BE49-F238E27FC236}">
                <a16:creationId xmlns:a16="http://schemas.microsoft.com/office/drawing/2014/main" id="{8DEDB820-5AFF-1258-EADB-240277F66DFB}"/>
              </a:ext>
            </a:extLst>
          </p:cNvPr>
          <p:cNvSpPr txBox="1"/>
          <p:nvPr/>
        </p:nvSpPr>
        <p:spPr>
          <a:xfrm>
            <a:off x="18972935" y="12628635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sp>
        <p:nvSpPr>
          <p:cNvPr id="876" name="テキスト ボックス 875">
            <a:extLst>
              <a:ext uri="{FF2B5EF4-FFF2-40B4-BE49-F238E27FC236}">
                <a16:creationId xmlns:a16="http://schemas.microsoft.com/office/drawing/2014/main" id="{B08AE0D2-8E10-AAC3-FFA2-ADB5E5F436D9}"/>
              </a:ext>
            </a:extLst>
          </p:cNvPr>
          <p:cNvSpPr txBox="1"/>
          <p:nvPr/>
        </p:nvSpPr>
        <p:spPr>
          <a:xfrm>
            <a:off x="18652548" y="11859866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sp>
        <p:nvSpPr>
          <p:cNvPr id="877" name="テキスト ボックス 876">
            <a:extLst>
              <a:ext uri="{FF2B5EF4-FFF2-40B4-BE49-F238E27FC236}">
                <a16:creationId xmlns:a16="http://schemas.microsoft.com/office/drawing/2014/main" id="{7DAB5C5D-8EDB-E75D-2A8B-2E87B710EC2D}"/>
              </a:ext>
            </a:extLst>
          </p:cNvPr>
          <p:cNvSpPr txBox="1"/>
          <p:nvPr/>
        </p:nvSpPr>
        <p:spPr>
          <a:xfrm>
            <a:off x="18978242" y="11482939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sp>
        <p:nvSpPr>
          <p:cNvPr id="878" name="テキスト ボックス 877">
            <a:extLst>
              <a:ext uri="{FF2B5EF4-FFF2-40B4-BE49-F238E27FC236}">
                <a16:creationId xmlns:a16="http://schemas.microsoft.com/office/drawing/2014/main" id="{355FEEF8-0D87-9297-B7FD-31C06C02AEA9}"/>
              </a:ext>
            </a:extLst>
          </p:cNvPr>
          <p:cNvSpPr txBox="1"/>
          <p:nvPr/>
        </p:nvSpPr>
        <p:spPr>
          <a:xfrm>
            <a:off x="16939045" y="11838188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sp>
        <p:nvSpPr>
          <p:cNvPr id="879" name="テキスト ボックス 878">
            <a:extLst>
              <a:ext uri="{FF2B5EF4-FFF2-40B4-BE49-F238E27FC236}">
                <a16:creationId xmlns:a16="http://schemas.microsoft.com/office/drawing/2014/main" id="{E91211A6-96D9-FD5F-C80E-ADD44DAFE2D6}"/>
              </a:ext>
            </a:extLst>
          </p:cNvPr>
          <p:cNvSpPr txBox="1"/>
          <p:nvPr/>
        </p:nvSpPr>
        <p:spPr>
          <a:xfrm>
            <a:off x="17264737" y="11461258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grpSp>
        <p:nvGrpSpPr>
          <p:cNvPr id="880" name="グループ化 879">
            <a:extLst>
              <a:ext uri="{FF2B5EF4-FFF2-40B4-BE49-F238E27FC236}">
                <a16:creationId xmlns:a16="http://schemas.microsoft.com/office/drawing/2014/main" id="{51681BD5-1156-8EEC-BE67-22446A9C4CE3}"/>
              </a:ext>
            </a:extLst>
          </p:cNvPr>
          <p:cNvGrpSpPr/>
          <p:nvPr/>
        </p:nvGrpSpPr>
        <p:grpSpPr>
          <a:xfrm>
            <a:off x="19386749" y="12870130"/>
            <a:ext cx="2042632" cy="22"/>
            <a:chOff x="15295712" y="1206779"/>
            <a:chExt cx="1805544" cy="11"/>
          </a:xfrm>
        </p:grpSpPr>
        <p:cxnSp>
          <p:nvCxnSpPr>
            <p:cNvPr id="881" name="直線矢印コネクタ 880">
              <a:extLst>
                <a:ext uri="{FF2B5EF4-FFF2-40B4-BE49-F238E27FC236}">
                  <a16:creationId xmlns:a16="http://schemas.microsoft.com/office/drawing/2014/main" id="{E707CD73-C07F-E28A-B2D3-2FA7036E948C}"/>
                </a:ext>
              </a:extLst>
            </p:cNvPr>
            <p:cNvCxnSpPr>
              <a:cxnSpLocks/>
            </p:cNvCxnSpPr>
            <p:nvPr/>
          </p:nvCxnSpPr>
          <p:spPr>
            <a:xfrm>
              <a:off x="15295712" y="1206779"/>
              <a:ext cx="1738826" cy="0"/>
            </a:xfrm>
            <a:prstGeom prst="straightConnector1">
              <a:avLst/>
            </a:prstGeom>
            <a:ln w="9525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82" name="直線矢印コネクタ 881">
              <a:extLst>
                <a:ext uri="{FF2B5EF4-FFF2-40B4-BE49-F238E27FC236}">
                  <a16:creationId xmlns:a16="http://schemas.microsoft.com/office/drawing/2014/main" id="{D9D29A4D-69B3-DABA-45E7-4EBC47CC821E}"/>
                </a:ext>
              </a:extLst>
            </p:cNvPr>
            <p:cNvCxnSpPr>
              <a:cxnSpLocks/>
            </p:cNvCxnSpPr>
            <p:nvPr/>
          </p:nvCxnSpPr>
          <p:spPr>
            <a:xfrm>
              <a:off x="17034533" y="1206789"/>
              <a:ext cx="6672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3" name="グループ化 882">
            <a:extLst>
              <a:ext uri="{FF2B5EF4-FFF2-40B4-BE49-F238E27FC236}">
                <a16:creationId xmlns:a16="http://schemas.microsoft.com/office/drawing/2014/main" id="{7A406976-A6F0-DFF6-AD98-26E7D8D44E31}"/>
              </a:ext>
            </a:extLst>
          </p:cNvPr>
          <p:cNvGrpSpPr/>
          <p:nvPr/>
        </p:nvGrpSpPr>
        <p:grpSpPr>
          <a:xfrm>
            <a:off x="19386749" y="11725749"/>
            <a:ext cx="2042632" cy="22"/>
            <a:chOff x="15295712" y="1206779"/>
            <a:chExt cx="1805544" cy="11"/>
          </a:xfrm>
        </p:grpSpPr>
        <p:cxnSp>
          <p:nvCxnSpPr>
            <p:cNvPr id="884" name="直線矢印コネクタ 883">
              <a:extLst>
                <a:ext uri="{FF2B5EF4-FFF2-40B4-BE49-F238E27FC236}">
                  <a16:creationId xmlns:a16="http://schemas.microsoft.com/office/drawing/2014/main" id="{E916D4AC-8DFE-F513-4A4A-62703CB23A6D}"/>
                </a:ext>
              </a:extLst>
            </p:cNvPr>
            <p:cNvCxnSpPr>
              <a:cxnSpLocks/>
            </p:cNvCxnSpPr>
            <p:nvPr/>
          </p:nvCxnSpPr>
          <p:spPr>
            <a:xfrm>
              <a:off x="15295712" y="1206779"/>
              <a:ext cx="1738826" cy="0"/>
            </a:xfrm>
            <a:prstGeom prst="straightConnector1">
              <a:avLst/>
            </a:prstGeom>
            <a:ln w="9525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85" name="直線矢印コネクタ 884">
              <a:extLst>
                <a:ext uri="{FF2B5EF4-FFF2-40B4-BE49-F238E27FC236}">
                  <a16:creationId xmlns:a16="http://schemas.microsoft.com/office/drawing/2014/main" id="{792AE4AF-2ACD-A0A2-339D-503C414C8378}"/>
                </a:ext>
              </a:extLst>
            </p:cNvPr>
            <p:cNvCxnSpPr>
              <a:cxnSpLocks/>
            </p:cNvCxnSpPr>
            <p:nvPr/>
          </p:nvCxnSpPr>
          <p:spPr>
            <a:xfrm>
              <a:off x="17034533" y="1206789"/>
              <a:ext cx="6672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90" name="コネクタ: カギ線 889">
            <a:extLst>
              <a:ext uri="{FF2B5EF4-FFF2-40B4-BE49-F238E27FC236}">
                <a16:creationId xmlns:a16="http://schemas.microsoft.com/office/drawing/2014/main" id="{F5731E2E-BF4B-9DAE-92AB-D61350710B22}"/>
              </a:ext>
            </a:extLst>
          </p:cNvPr>
          <p:cNvCxnSpPr>
            <a:stCxn id="827" idx="2"/>
            <a:endCxn id="846" idx="1"/>
          </p:cNvCxnSpPr>
          <p:nvPr/>
        </p:nvCxnSpPr>
        <p:spPr>
          <a:xfrm rot="16200000" flipH="1">
            <a:off x="10159326" y="11862041"/>
            <a:ext cx="945470" cy="1070738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2" name="正方形/長方形 891">
            <a:extLst>
              <a:ext uri="{FF2B5EF4-FFF2-40B4-BE49-F238E27FC236}">
                <a16:creationId xmlns:a16="http://schemas.microsoft.com/office/drawing/2014/main" id="{CFD3D678-AA90-8178-C393-C05B4C43CF44}"/>
              </a:ext>
            </a:extLst>
          </p:cNvPr>
          <p:cNvSpPr/>
          <p:nvPr/>
        </p:nvSpPr>
        <p:spPr>
          <a:xfrm>
            <a:off x="14588079" y="15567277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ユーザー登録に</a:t>
            </a:r>
            <a:endParaRPr lang="en-US" altLang="ja-JP" sz="792" dirty="0"/>
          </a:p>
          <a:p>
            <a:pPr algn="ctr"/>
            <a:r>
              <a:rPr lang="ja-JP" altLang="en-US" sz="792" dirty="0"/>
              <a:t>必要な情報を入力</a:t>
            </a:r>
          </a:p>
        </p:txBody>
      </p:sp>
      <p:sp>
        <p:nvSpPr>
          <p:cNvPr id="893" name="正方形/長方形 892">
            <a:extLst>
              <a:ext uri="{FF2B5EF4-FFF2-40B4-BE49-F238E27FC236}">
                <a16:creationId xmlns:a16="http://schemas.microsoft.com/office/drawing/2014/main" id="{A9E7E03F-43FF-35EA-D302-54944B4562E4}"/>
              </a:ext>
            </a:extLst>
          </p:cNvPr>
          <p:cNvSpPr/>
          <p:nvPr/>
        </p:nvSpPr>
        <p:spPr>
          <a:xfrm>
            <a:off x="12877756" y="15567277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ユーザー登録画面</a:t>
            </a:r>
          </a:p>
        </p:txBody>
      </p:sp>
      <p:sp>
        <p:nvSpPr>
          <p:cNvPr id="894" name="正方形/長方形 893">
            <a:extLst>
              <a:ext uri="{FF2B5EF4-FFF2-40B4-BE49-F238E27FC236}">
                <a16:creationId xmlns:a16="http://schemas.microsoft.com/office/drawing/2014/main" id="{E45BFADE-B022-1876-499D-42CC104CD75A}"/>
              </a:ext>
            </a:extLst>
          </p:cNvPr>
          <p:cNvSpPr/>
          <p:nvPr/>
        </p:nvSpPr>
        <p:spPr>
          <a:xfrm>
            <a:off x="11167426" y="15567275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792" dirty="0"/>
              <a:t>『</a:t>
            </a:r>
            <a:r>
              <a:rPr lang="ja-JP" altLang="en-US" sz="792" dirty="0"/>
              <a:t>登録</a:t>
            </a:r>
            <a:r>
              <a:rPr lang="en-US" altLang="ja-JP" sz="792" dirty="0"/>
              <a:t>』</a:t>
            </a:r>
            <a:r>
              <a:rPr lang="ja-JP" altLang="en-US" sz="792" dirty="0"/>
              <a:t>ボタン押下</a:t>
            </a:r>
          </a:p>
        </p:txBody>
      </p:sp>
      <p:sp>
        <p:nvSpPr>
          <p:cNvPr id="895" name="正方形/長方形 894">
            <a:extLst>
              <a:ext uri="{FF2B5EF4-FFF2-40B4-BE49-F238E27FC236}">
                <a16:creationId xmlns:a16="http://schemas.microsoft.com/office/drawing/2014/main" id="{A1D13BA5-7BC4-4CD3-DE05-9DF80F1C7AA6}"/>
              </a:ext>
            </a:extLst>
          </p:cNvPr>
          <p:cNvSpPr/>
          <p:nvPr/>
        </p:nvSpPr>
        <p:spPr>
          <a:xfrm>
            <a:off x="9457096" y="15567275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ユーザー管理画面</a:t>
            </a:r>
          </a:p>
        </p:txBody>
      </p:sp>
      <p:sp>
        <p:nvSpPr>
          <p:cNvPr id="896" name="ひし形 895">
            <a:extLst>
              <a:ext uri="{FF2B5EF4-FFF2-40B4-BE49-F238E27FC236}">
                <a16:creationId xmlns:a16="http://schemas.microsoft.com/office/drawing/2014/main" id="{08B06C9D-C339-2CDC-3ACC-F57F844C73AE}"/>
              </a:ext>
            </a:extLst>
          </p:cNvPr>
          <p:cNvSpPr/>
          <p:nvPr/>
        </p:nvSpPr>
        <p:spPr>
          <a:xfrm>
            <a:off x="16199556" y="15567275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確認</a:t>
            </a:r>
            <a:endParaRPr lang="en-US" altLang="ja-JP" sz="792" dirty="0"/>
          </a:p>
          <a:p>
            <a:pPr algn="ctr"/>
            <a:r>
              <a:rPr lang="ja-JP" altLang="en-US" sz="792" dirty="0"/>
              <a:t>ダイアログ</a:t>
            </a:r>
          </a:p>
        </p:txBody>
      </p:sp>
      <p:sp>
        <p:nvSpPr>
          <p:cNvPr id="897" name="ひし形 896">
            <a:extLst>
              <a:ext uri="{FF2B5EF4-FFF2-40B4-BE49-F238E27FC236}">
                <a16:creationId xmlns:a16="http://schemas.microsoft.com/office/drawing/2014/main" id="{CC6651F8-AF3D-2689-AE5E-E1B8110CA7A1}"/>
              </a:ext>
            </a:extLst>
          </p:cNvPr>
          <p:cNvSpPr/>
          <p:nvPr/>
        </p:nvSpPr>
        <p:spPr>
          <a:xfrm>
            <a:off x="17909882" y="15567273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入力情報が</a:t>
            </a:r>
            <a:endParaRPr lang="en-US" altLang="ja-JP" sz="792" dirty="0"/>
          </a:p>
          <a:p>
            <a:pPr algn="ctr"/>
            <a:r>
              <a:rPr lang="ja-JP" altLang="en-US" sz="792" dirty="0"/>
              <a:t>正しいか</a:t>
            </a:r>
          </a:p>
        </p:txBody>
      </p:sp>
      <p:sp>
        <p:nvSpPr>
          <p:cNvPr id="898" name="正方形/長方形 897">
            <a:extLst>
              <a:ext uri="{FF2B5EF4-FFF2-40B4-BE49-F238E27FC236}">
                <a16:creationId xmlns:a16="http://schemas.microsoft.com/office/drawing/2014/main" id="{9917AF15-5965-BBD4-138D-669D8E01664C}"/>
              </a:ext>
            </a:extLst>
          </p:cNvPr>
          <p:cNvSpPr/>
          <p:nvPr/>
        </p:nvSpPr>
        <p:spPr>
          <a:xfrm>
            <a:off x="19720711" y="16140125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ユーザー登録完了</a:t>
            </a:r>
          </a:p>
        </p:txBody>
      </p:sp>
      <p:sp>
        <p:nvSpPr>
          <p:cNvPr id="900" name="円柱 899">
            <a:extLst>
              <a:ext uri="{FF2B5EF4-FFF2-40B4-BE49-F238E27FC236}">
                <a16:creationId xmlns:a16="http://schemas.microsoft.com/office/drawing/2014/main" id="{AEEFB2B4-A4BC-61DC-0560-8490353276B8}"/>
              </a:ext>
            </a:extLst>
          </p:cNvPr>
          <p:cNvSpPr/>
          <p:nvPr/>
        </p:nvSpPr>
        <p:spPr>
          <a:xfrm>
            <a:off x="21431034" y="15567268"/>
            <a:ext cx="1279184" cy="40044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システム</a:t>
            </a:r>
          </a:p>
        </p:txBody>
      </p:sp>
      <p:cxnSp>
        <p:nvCxnSpPr>
          <p:cNvPr id="901" name="直線矢印コネクタ 900">
            <a:extLst>
              <a:ext uri="{FF2B5EF4-FFF2-40B4-BE49-F238E27FC236}">
                <a16:creationId xmlns:a16="http://schemas.microsoft.com/office/drawing/2014/main" id="{C09295A2-3D11-8891-2848-763909967422}"/>
              </a:ext>
            </a:extLst>
          </p:cNvPr>
          <p:cNvCxnSpPr>
            <a:cxnSpLocks/>
            <a:endCxn id="898" idx="0"/>
          </p:cNvCxnSpPr>
          <p:nvPr/>
        </p:nvCxnSpPr>
        <p:spPr>
          <a:xfrm>
            <a:off x="20360267" y="15767494"/>
            <a:ext cx="0" cy="372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3" name="正方形/長方形 902">
            <a:extLst>
              <a:ext uri="{FF2B5EF4-FFF2-40B4-BE49-F238E27FC236}">
                <a16:creationId xmlns:a16="http://schemas.microsoft.com/office/drawing/2014/main" id="{6E22DEAD-4E74-51AD-A960-D890A5BFFCB6}"/>
              </a:ext>
            </a:extLst>
          </p:cNvPr>
          <p:cNvSpPr/>
          <p:nvPr/>
        </p:nvSpPr>
        <p:spPr>
          <a:xfrm>
            <a:off x="18004713" y="16140113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エラーメッセージを</a:t>
            </a:r>
            <a:endParaRPr lang="en-US" altLang="ja-JP" sz="792" dirty="0"/>
          </a:p>
          <a:p>
            <a:pPr algn="ctr"/>
            <a:r>
              <a:rPr lang="ja-JP" altLang="en-US" sz="792" dirty="0"/>
              <a:t>表示</a:t>
            </a:r>
          </a:p>
        </p:txBody>
      </p:sp>
      <p:cxnSp>
        <p:nvCxnSpPr>
          <p:cNvPr id="904" name="コネクタ: カギ線 903">
            <a:extLst>
              <a:ext uri="{FF2B5EF4-FFF2-40B4-BE49-F238E27FC236}">
                <a16:creationId xmlns:a16="http://schemas.microsoft.com/office/drawing/2014/main" id="{AFBC9E51-1604-CBF3-3A31-F40A20A6BB87}"/>
              </a:ext>
            </a:extLst>
          </p:cNvPr>
          <p:cNvCxnSpPr>
            <a:cxnSpLocks/>
            <a:stCxn id="903" idx="1"/>
            <a:endCxn id="893" idx="2"/>
          </p:cNvCxnSpPr>
          <p:nvPr/>
        </p:nvCxnSpPr>
        <p:spPr>
          <a:xfrm rot="10800000">
            <a:off x="13517352" y="15967748"/>
            <a:ext cx="4487366" cy="3726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5" name="直線コネクタ 904">
            <a:extLst>
              <a:ext uri="{FF2B5EF4-FFF2-40B4-BE49-F238E27FC236}">
                <a16:creationId xmlns:a16="http://schemas.microsoft.com/office/drawing/2014/main" id="{2879F0D1-8C62-1319-C014-311EF08961BE}"/>
              </a:ext>
            </a:extLst>
          </p:cNvPr>
          <p:cNvCxnSpPr>
            <a:cxnSpLocks/>
          </p:cNvCxnSpPr>
          <p:nvPr/>
        </p:nvCxnSpPr>
        <p:spPr>
          <a:xfrm>
            <a:off x="16937960" y="15967753"/>
            <a:ext cx="0" cy="372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6" name="直線矢印コネクタ 905">
            <a:extLst>
              <a:ext uri="{FF2B5EF4-FFF2-40B4-BE49-F238E27FC236}">
                <a16:creationId xmlns:a16="http://schemas.microsoft.com/office/drawing/2014/main" id="{B2E96BF4-EE3E-F36A-D433-7F7BE6A346B8}"/>
              </a:ext>
            </a:extLst>
          </p:cNvPr>
          <p:cNvCxnSpPr>
            <a:endCxn id="903" idx="0"/>
          </p:cNvCxnSpPr>
          <p:nvPr/>
        </p:nvCxnSpPr>
        <p:spPr>
          <a:xfrm>
            <a:off x="18644269" y="15967740"/>
            <a:ext cx="0" cy="172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7" name="直線矢印コネクタ 906">
            <a:extLst>
              <a:ext uri="{FF2B5EF4-FFF2-40B4-BE49-F238E27FC236}">
                <a16:creationId xmlns:a16="http://schemas.microsoft.com/office/drawing/2014/main" id="{2E1CAD1E-F753-3D91-A7B4-EE38F0D5EBB5}"/>
              </a:ext>
            </a:extLst>
          </p:cNvPr>
          <p:cNvCxnSpPr>
            <a:stCxn id="895" idx="3"/>
            <a:endCxn id="894" idx="1"/>
          </p:cNvCxnSpPr>
          <p:nvPr/>
        </p:nvCxnSpPr>
        <p:spPr>
          <a:xfrm>
            <a:off x="10736301" y="15767549"/>
            <a:ext cx="431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8" name="直線矢印コネクタ 907">
            <a:extLst>
              <a:ext uri="{FF2B5EF4-FFF2-40B4-BE49-F238E27FC236}">
                <a16:creationId xmlns:a16="http://schemas.microsoft.com/office/drawing/2014/main" id="{A1702774-07BD-BDFE-C6AE-B7B523C26767}"/>
              </a:ext>
            </a:extLst>
          </p:cNvPr>
          <p:cNvCxnSpPr>
            <a:cxnSpLocks/>
            <a:stCxn id="894" idx="3"/>
            <a:endCxn id="893" idx="1"/>
          </p:cNvCxnSpPr>
          <p:nvPr/>
        </p:nvCxnSpPr>
        <p:spPr>
          <a:xfrm>
            <a:off x="12446630" y="15767549"/>
            <a:ext cx="431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9" name="直線矢印コネクタ 908">
            <a:extLst>
              <a:ext uri="{FF2B5EF4-FFF2-40B4-BE49-F238E27FC236}">
                <a16:creationId xmlns:a16="http://schemas.microsoft.com/office/drawing/2014/main" id="{C2FBF7FA-F1C8-5459-9CB8-8E8924DFB45E}"/>
              </a:ext>
            </a:extLst>
          </p:cNvPr>
          <p:cNvCxnSpPr>
            <a:cxnSpLocks/>
            <a:stCxn id="893" idx="3"/>
            <a:endCxn id="892" idx="1"/>
          </p:cNvCxnSpPr>
          <p:nvPr/>
        </p:nvCxnSpPr>
        <p:spPr>
          <a:xfrm>
            <a:off x="14156960" y="15767489"/>
            <a:ext cx="4311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0" name="直線矢印コネクタ 909">
            <a:extLst>
              <a:ext uri="{FF2B5EF4-FFF2-40B4-BE49-F238E27FC236}">
                <a16:creationId xmlns:a16="http://schemas.microsoft.com/office/drawing/2014/main" id="{19C17145-71E4-1075-7D76-98E823AD04D2}"/>
              </a:ext>
            </a:extLst>
          </p:cNvPr>
          <p:cNvCxnSpPr>
            <a:cxnSpLocks/>
            <a:stCxn id="892" idx="3"/>
            <a:endCxn id="896" idx="1"/>
          </p:cNvCxnSpPr>
          <p:nvPr/>
        </p:nvCxnSpPr>
        <p:spPr>
          <a:xfrm flipV="1">
            <a:off x="15867289" y="15767533"/>
            <a:ext cx="332311" cy="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1" name="直線矢印コネクタ 910">
            <a:extLst>
              <a:ext uri="{FF2B5EF4-FFF2-40B4-BE49-F238E27FC236}">
                <a16:creationId xmlns:a16="http://schemas.microsoft.com/office/drawing/2014/main" id="{9A4F7FAE-3F4A-C817-5BB6-852B85468C6B}"/>
              </a:ext>
            </a:extLst>
          </p:cNvPr>
          <p:cNvCxnSpPr>
            <a:cxnSpLocks/>
            <a:stCxn id="896" idx="3"/>
            <a:endCxn id="897" idx="1"/>
          </p:cNvCxnSpPr>
          <p:nvPr/>
        </p:nvCxnSpPr>
        <p:spPr>
          <a:xfrm flipV="1">
            <a:off x="17676387" y="15767549"/>
            <a:ext cx="2334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2" name="正方形/長方形 911">
            <a:extLst>
              <a:ext uri="{FF2B5EF4-FFF2-40B4-BE49-F238E27FC236}">
                <a16:creationId xmlns:a16="http://schemas.microsoft.com/office/drawing/2014/main" id="{9FBD08FC-BFB2-CDEB-5953-6B5391B1CC00}"/>
              </a:ext>
            </a:extLst>
          </p:cNvPr>
          <p:cNvSpPr/>
          <p:nvPr/>
        </p:nvSpPr>
        <p:spPr>
          <a:xfrm>
            <a:off x="14588079" y="16712966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ユーザー更新に</a:t>
            </a:r>
            <a:endParaRPr lang="en-US" altLang="ja-JP" sz="792" dirty="0"/>
          </a:p>
          <a:p>
            <a:pPr algn="ctr"/>
            <a:r>
              <a:rPr lang="ja-JP" altLang="en-US" sz="792" dirty="0"/>
              <a:t>必要な情報を入力</a:t>
            </a:r>
          </a:p>
        </p:txBody>
      </p:sp>
      <p:sp>
        <p:nvSpPr>
          <p:cNvPr id="913" name="正方形/長方形 912">
            <a:extLst>
              <a:ext uri="{FF2B5EF4-FFF2-40B4-BE49-F238E27FC236}">
                <a16:creationId xmlns:a16="http://schemas.microsoft.com/office/drawing/2014/main" id="{106671B6-B477-4293-74EA-B6C29553D54B}"/>
              </a:ext>
            </a:extLst>
          </p:cNvPr>
          <p:cNvSpPr/>
          <p:nvPr/>
        </p:nvSpPr>
        <p:spPr>
          <a:xfrm>
            <a:off x="12877756" y="16712966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ユーザー更新画面</a:t>
            </a:r>
          </a:p>
        </p:txBody>
      </p:sp>
      <p:sp>
        <p:nvSpPr>
          <p:cNvPr id="914" name="正方形/長方形 913">
            <a:extLst>
              <a:ext uri="{FF2B5EF4-FFF2-40B4-BE49-F238E27FC236}">
                <a16:creationId xmlns:a16="http://schemas.microsoft.com/office/drawing/2014/main" id="{07963A8E-71F3-8934-A5FF-75074729B6DD}"/>
              </a:ext>
            </a:extLst>
          </p:cNvPr>
          <p:cNvSpPr/>
          <p:nvPr/>
        </p:nvSpPr>
        <p:spPr>
          <a:xfrm>
            <a:off x="11167426" y="16712966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データを選択して</a:t>
            </a:r>
            <a:endParaRPr lang="en-US" altLang="ja-JP" sz="792" dirty="0"/>
          </a:p>
          <a:p>
            <a:pPr algn="ctr"/>
            <a:r>
              <a:rPr lang="en-US" altLang="ja-JP" sz="792" dirty="0"/>
              <a:t>『</a:t>
            </a:r>
            <a:r>
              <a:rPr lang="ja-JP" altLang="en-US" sz="792" dirty="0"/>
              <a:t>更新</a:t>
            </a:r>
            <a:r>
              <a:rPr lang="en-US" altLang="ja-JP" sz="792" dirty="0"/>
              <a:t>』</a:t>
            </a:r>
            <a:r>
              <a:rPr lang="ja-JP" altLang="en-US" sz="792" dirty="0"/>
              <a:t>ボタン押下</a:t>
            </a:r>
          </a:p>
        </p:txBody>
      </p:sp>
      <p:sp>
        <p:nvSpPr>
          <p:cNvPr id="915" name="ひし形 914">
            <a:extLst>
              <a:ext uri="{FF2B5EF4-FFF2-40B4-BE49-F238E27FC236}">
                <a16:creationId xmlns:a16="http://schemas.microsoft.com/office/drawing/2014/main" id="{6D131A43-64FF-671F-EEE6-EBB280EA0B48}"/>
              </a:ext>
            </a:extLst>
          </p:cNvPr>
          <p:cNvSpPr/>
          <p:nvPr/>
        </p:nvSpPr>
        <p:spPr>
          <a:xfrm>
            <a:off x="16199556" y="16712960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確認</a:t>
            </a:r>
            <a:endParaRPr lang="en-US" altLang="ja-JP" sz="792" dirty="0"/>
          </a:p>
          <a:p>
            <a:pPr algn="ctr"/>
            <a:r>
              <a:rPr lang="ja-JP" altLang="en-US" sz="792" dirty="0"/>
              <a:t>ダイアログ</a:t>
            </a:r>
          </a:p>
        </p:txBody>
      </p:sp>
      <p:sp>
        <p:nvSpPr>
          <p:cNvPr id="916" name="ひし形 915">
            <a:extLst>
              <a:ext uri="{FF2B5EF4-FFF2-40B4-BE49-F238E27FC236}">
                <a16:creationId xmlns:a16="http://schemas.microsoft.com/office/drawing/2014/main" id="{C0B64F43-5972-27E3-5715-1BBF46314AD8}"/>
              </a:ext>
            </a:extLst>
          </p:cNvPr>
          <p:cNvSpPr/>
          <p:nvPr/>
        </p:nvSpPr>
        <p:spPr>
          <a:xfrm>
            <a:off x="17909882" y="16712960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入力情報が</a:t>
            </a:r>
            <a:endParaRPr lang="en-US" altLang="ja-JP" sz="792" dirty="0"/>
          </a:p>
          <a:p>
            <a:pPr algn="ctr"/>
            <a:r>
              <a:rPr lang="ja-JP" altLang="en-US" sz="792" dirty="0"/>
              <a:t>正しいか</a:t>
            </a:r>
          </a:p>
        </p:txBody>
      </p:sp>
      <p:sp>
        <p:nvSpPr>
          <p:cNvPr id="917" name="正方形/長方形 916">
            <a:extLst>
              <a:ext uri="{FF2B5EF4-FFF2-40B4-BE49-F238E27FC236}">
                <a16:creationId xmlns:a16="http://schemas.microsoft.com/office/drawing/2014/main" id="{6A88ADAB-A66C-D8AB-5814-E24C8B497D83}"/>
              </a:ext>
            </a:extLst>
          </p:cNvPr>
          <p:cNvSpPr/>
          <p:nvPr/>
        </p:nvSpPr>
        <p:spPr>
          <a:xfrm>
            <a:off x="19720711" y="17285816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ユーザー更新完了</a:t>
            </a:r>
          </a:p>
        </p:txBody>
      </p:sp>
      <p:sp>
        <p:nvSpPr>
          <p:cNvPr id="919" name="円柱 918">
            <a:extLst>
              <a:ext uri="{FF2B5EF4-FFF2-40B4-BE49-F238E27FC236}">
                <a16:creationId xmlns:a16="http://schemas.microsoft.com/office/drawing/2014/main" id="{5F8445C6-53B4-D5EB-00B9-004BC189CE36}"/>
              </a:ext>
            </a:extLst>
          </p:cNvPr>
          <p:cNvSpPr/>
          <p:nvPr/>
        </p:nvSpPr>
        <p:spPr>
          <a:xfrm>
            <a:off x="21431034" y="16712960"/>
            <a:ext cx="1279184" cy="40044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システム</a:t>
            </a:r>
          </a:p>
        </p:txBody>
      </p:sp>
      <p:cxnSp>
        <p:nvCxnSpPr>
          <p:cNvPr id="920" name="直線矢印コネクタ 919">
            <a:extLst>
              <a:ext uri="{FF2B5EF4-FFF2-40B4-BE49-F238E27FC236}">
                <a16:creationId xmlns:a16="http://schemas.microsoft.com/office/drawing/2014/main" id="{2A2CC257-3516-BFB0-E3A4-A61C16500428}"/>
              </a:ext>
            </a:extLst>
          </p:cNvPr>
          <p:cNvCxnSpPr>
            <a:cxnSpLocks/>
            <a:endCxn id="917" idx="0"/>
          </p:cNvCxnSpPr>
          <p:nvPr/>
        </p:nvCxnSpPr>
        <p:spPr>
          <a:xfrm>
            <a:off x="20360267" y="16913187"/>
            <a:ext cx="0" cy="372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2" name="正方形/長方形 921">
            <a:extLst>
              <a:ext uri="{FF2B5EF4-FFF2-40B4-BE49-F238E27FC236}">
                <a16:creationId xmlns:a16="http://schemas.microsoft.com/office/drawing/2014/main" id="{3CBFD42C-3487-823F-5E7F-F653326ECD6E}"/>
              </a:ext>
            </a:extLst>
          </p:cNvPr>
          <p:cNvSpPr/>
          <p:nvPr/>
        </p:nvSpPr>
        <p:spPr>
          <a:xfrm>
            <a:off x="18004713" y="17285806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エラーメッセージを</a:t>
            </a:r>
            <a:endParaRPr lang="en-US" altLang="ja-JP" sz="792" dirty="0"/>
          </a:p>
          <a:p>
            <a:pPr algn="ctr"/>
            <a:r>
              <a:rPr lang="ja-JP" altLang="en-US" sz="792" dirty="0"/>
              <a:t>表示</a:t>
            </a:r>
          </a:p>
        </p:txBody>
      </p:sp>
      <p:cxnSp>
        <p:nvCxnSpPr>
          <p:cNvPr id="923" name="コネクタ: カギ線 922">
            <a:extLst>
              <a:ext uri="{FF2B5EF4-FFF2-40B4-BE49-F238E27FC236}">
                <a16:creationId xmlns:a16="http://schemas.microsoft.com/office/drawing/2014/main" id="{A18E52BE-387C-7B2A-534A-7F379FBF75C3}"/>
              </a:ext>
            </a:extLst>
          </p:cNvPr>
          <p:cNvCxnSpPr>
            <a:cxnSpLocks/>
            <a:stCxn id="922" idx="1"/>
          </p:cNvCxnSpPr>
          <p:nvPr/>
        </p:nvCxnSpPr>
        <p:spPr>
          <a:xfrm rot="10800000">
            <a:off x="13875498" y="17096221"/>
            <a:ext cx="4129221" cy="389806"/>
          </a:xfrm>
          <a:prstGeom prst="bentConnector3">
            <a:avLst>
              <a:gd name="adj1" fmla="val 1000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4" name="直線コネクタ 923">
            <a:extLst>
              <a:ext uri="{FF2B5EF4-FFF2-40B4-BE49-F238E27FC236}">
                <a16:creationId xmlns:a16="http://schemas.microsoft.com/office/drawing/2014/main" id="{72DB06CA-8943-FA6B-3A8B-B8106302FC9D}"/>
              </a:ext>
            </a:extLst>
          </p:cNvPr>
          <p:cNvCxnSpPr>
            <a:cxnSpLocks/>
          </p:cNvCxnSpPr>
          <p:nvPr/>
        </p:nvCxnSpPr>
        <p:spPr>
          <a:xfrm>
            <a:off x="16937960" y="17113442"/>
            <a:ext cx="0" cy="372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5" name="直線矢印コネクタ 924">
            <a:extLst>
              <a:ext uri="{FF2B5EF4-FFF2-40B4-BE49-F238E27FC236}">
                <a16:creationId xmlns:a16="http://schemas.microsoft.com/office/drawing/2014/main" id="{1F06A1BA-EA80-4D84-9367-3FA59EE8576D}"/>
              </a:ext>
            </a:extLst>
          </p:cNvPr>
          <p:cNvCxnSpPr>
            <a:endCxn id="922" idx="0"/>
          </p:cNvCxnSpPr>
          <p:nvPr/>
        </p:nvCxnSpPr>
        <p:spPr>
          <a:xfrm>
            <a:off x="18644269" y="17113434"/>
            <a:ext cx="0" cy="172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6" name="直線矢印コネクタ 925">
            <a:extLst>
              <a:ext uri="{FF2B5EF4-FFF2-40B4-BE49-F238E27FC236}">
                <a16:creationId xmlns:a16="http://schemas.microsoft.com/office/drawing/2014/main" id="{E599FFBE-DF55-6BCD-7648-5C3281BB4217}"/>
              </a:ext>
            </a:extLst>
          </p:cNvPr>
          <p:cNvCxnSpPr>
            <a:cxnSpLocks/>
            <a:stCxn id="914" idx="3"/>
            <a:endCxn id="913" idx="1"/>
          </p:cNvCxnSpPr>
          <p:nvPr/>
        </p:nvCxnSpPr>
        <p:spPr>
          <a:xfrm>
            <a:off x="12446630" y="16913243"/>
            <a:ext cx="431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7" name="直線矢印コネクタ 926">
            <a:extLst>
              <a:ext uri="{FF2B5EF4-FFF2-40B4-BE49-F238E27FC236}">
                <a16:creationId xmlns:a16="http://schemas.microsoft.com/office/drawing/2014/main" id="{715B893A-890C-DD16-6A3A-BF29928842F6}"/>
              </a:ext>
            </a:extLst>
          </p:cNvPr>
          <p:cNvCxnSpPr>
            <a:cxnSpLocks/>
            <a:stCxn id="913" idx="3"/>
            <a:endCxn id="912" idx="1"/>
          </p:cNvCxnSpPr>
          <p:nvPr/>
        </p:nvCxnSpPr>
        <p:spPr>
          <a:xfrm>
            <a:off x="14156960" y="16913180"/>
            <a:ext cx="4311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8" name="直線矢印コネクタ 927">
            <a:extLst>
              <a:ext uri="{FF2B5EF4-FFF2-40B4-BE49-F238E27FC236}">
                <a16:creationId xmlns:a16="http://schemas.microsoft.com/office/drawing/2014/main" id="{72C815B8-31D9-532F-7138-59C464E2A7D9}"/>
              </a:ext>
            </a:extLst>
          </p:cNvPr>
          <p:cNvCxnSpPr>
            <a:cxnSpLocks/>
            <a:stCxn id="912" idx="3"/>
            <a:endCxn id="915" idx="1"/>
          </p:cNvCxnSpPr>
          <p:nvPr/>
        </p:nvCxnSpPr>
        <p:spPr>
          <a:xfrm flipV="1">
            <a:off x="15867289" y="16913220"/>
            <a:ext cx="332311" cy="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9" name="直線矢印コネクタ 928">
            <a:extLst>
              <a:ext uri="{FF2B5EF4-FFF2-40B4-BE49-F238E27FC236}">
                <a16:creationId xmlns:a16="http://schemas.microsoft.com/office/drawing/2014/main" id="{70685899-996A-51BA-1020-5FB15A24BBAB}"/>
              </a:ext>
            </a:extLst>
          </p:cNvPr>
          <p:cNvCxnSpPr>
            <a:cxnSpLocks/>
            <a:stCxn id="915" idx="3"/>
            <a:endCxn id="916" idx="1"/>
          </p:cNvCxnSpPr>
          <p:nvPr/>
        </p:nvCxnSpPr>
        <p:spPr>
          <a:xfrm flipV="1">
            <a:off x="17676387" y="16913241"/>
            <a:ext cx="2334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0" name="テキスト ボックス 939">
            <a:extLst>
              <a:ext uri="{FF2B5EF4-FFF2-40B4-BE49-F238E27FC236}">
                <a16:creationId xmlns:a16="http://schemas.microsoft.com/office/drawing/2014/main" id="{AE701463-5776-2C4F-4729-9DF2732A5B1D}"/>
              </a:ext>
            </a:extLst>
          </p:cNvPr>
          <p:cNvSpPr txBox="1"/>
          <p:nvPr/>
        </p:nvSpPr>
        <p:spPr>
          <a:xfrm>
            <a:off x="16943645" y="17058203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sp>
        <p:nvSpPr>
          <p:cNvPr id="941" name="テキスト ボックス 940">
            <a:extLst>
              <a:ext uri="{FF2B5EF4-FFF2-40B4-BE49-F238E27FC236}">
                <a16:creationId xmlns:a16="http://schemas.microsoft.com/office/drawing/2014/main" id="{144FA3A9-B0AA-658D-5CDB-E44D0325A8BC}"/>
              </a:ext>
            </a:extLst>
          </p:cNvPr>
          <p:cNvSpPr txBox="1"/>
          <p:nvPr/>
        </p:nvSpPr>
        <p:spPr>
          <a:xfrm>
            <a:off x="17269337" y="16681280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sp>
        <p:nvSpPr>
          <p:cNvPr id="942" name="テキスト ボックス 941">
            <a:extLst>
              <a:ext uri="{FF2B5EF4-FFF2-40B4-BE49-F238E27FC236}">
                <a16:creationId xmlns:a16="http://schemas.microsoft.com/office/drawing/2014/main" id="{B6B6BE5F-C8B3-894D-A502-66EA228447AA}"/>
              </a:ext>
            </a:extLst>
          </p:cNvPr>
          <p:cNvSpPr txBox="1"/>
          <p:nvPr/>
        </p:nvSpPr>
        <p:spPr>
          <a:xfrm>
            <a:off x="18647236" y="17048603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sp>
        <p:nvSpPr>
          <p:cNvPr id="943" name="テキスト ボックス 942">
            <a:extLst>
              <a:ext uri="{FF2B5EF4-FFF2-40B4-BE49-F238E27FC236}">
                <a16:creationId xmlns:a16="http://schemas.microsoft.com/office/drawing/2014/main" id="{D79E6BC1-0DEE-4E12-5D66-295296B179D1}"/>
              </a:ext>
            </a:extLst>
          </p:cNvPr>
          <p:cNvSpPr txBox="1"/>
          <p:nvPr/>
        </p:nvSpPr>
        <p:spPr>
          <a:xfrm>
            <a:off x="18972935" y="16671675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sp>
        <p:nvSpPr>
          <p:cNvPr id="944" name="テキスト ボックス 943">
            <a:extLst>
              <a:ext uri="{FF2B5EF4-FFF2-40B4-BE49-F238E27FC236}">
                <a16:creationId xmlns:a16="http://schemas.microsoft.com/office/drawing/2014/main" id="{DBD285A4-060C-127B-8C6C-8DC12E631B96}"/>
              </a:ext>
            </a:extLst>
          </p:cNvPr>
          <p:cNvSpPr txBox="1"/>
          <p:nvPr/>
        </p:nvSpPr>
        <p:spPr>
          <a:xfrm>
            <a:off x="18652548" y="15902906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sp>
        <p:nvSpPr>
          <p:cNvPr id="945" name="テキスト ボックス 944">
            <a:extLst>
              <a:ext uri="{FF2B5EF4-FFF2-40B4-BE49-F238E27FC236}">
                <a16:creationId xmlns:a16="http://schemas.microsoft.com/office/drawing/2014/main" id="{45120884-1B32-3048-FC60-875882CD59C6}"/>
              </a:ext>
            </a:extLst>
          </p:cNvPr>
          <p:cNvSpPr txBox="1"/>
          <p:nvPr/>
        </p:nvSpPr>
        <p:spPr>
          <a:xfrm>
            <a:off x="18978242" y="15525979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sp>
        <p:nvSpPr>
          <p:cNvPr id="946" name="テキスト ボックス 945">
            <a:extLst>
              <a:ext uri="{FF2B5EF4-FFF2-40B4-BE49-F238E27FC236}">
                <a16:creationId xmlns:a16="http://schemas.microsoft.com/office/drawing/2014/main" id="{7399EE33-B810-F3A3-A0EC-E2A1B03F4752}"/>
              </a:ext>
            </a:extLst>
          </p:cNvPr>
          <p:cNvSpPr txBox="1"/>
          <p:nvPr/>
        </p:nvSpPr>
        <p:spPr>
          <a:xfrm>
            <a:off x="16939045" y="15881229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sp>
        <p:nvSpPr>
          <p:cNvPr id="947" name="テキスト ボックス 946">
            <a:extLst>
              <a:ext uri="{FF2B5EF4-FFF2-40B4-BE49-F238E27FC236}">
                <a16:creationId xmlns:a16="http://schemas.microsoft.com/office/drawing/2014/main" id="{7878C76F-F56C-E875-2B10-504131DF0339}"/>
              </a:ext>
            </a:extLst>
          </p:cNvPr>
          <p:cNvSpPr txBox="1"/>
          <p:nvPr/>
        </p:nvSpPr>
        <p:spPr>
          <a:xfrm>
            <a:off x="17264737" y="15504298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grpSp>
        <p:nvGrpSpPr>
          <p:cNvPr id="948" name="グループ化 947">
            <a:extLst>
              <a:ext uri="{FF2B5EF4-FFF2-40B4-BE49-F238E27FC236}">
                <a16:creationId xmlns:a16="http://schemas.microsoft.com/office/drawing/2014/main" id="{EC84601C-B950-00F1-8981-76A0E15590CD}"/>
              </a:ext>
            </a:extLst>
          </p:cNvPr>
          <p:cNvGrpSpPr/>
          <p:nvPr/>
        </p:nvGrpSpPr>
        <p:grpSpPr>
          <a:xfrm>
            <a:off x="19386749" y="16913169"/>
            <a:ext cx="2042632" cy="22"/>
            <a:chOff x="15295712" y="1206779"/>
            <a:chExt cx="1805544" cy="11"/>
          </a:xfrm>
        </p:grpSpPr>
        <p:cxnSp>
          <p:nvCxnSpPr>
            <p:cNvPr id="949" name="直線矢印コネクタ 948">
              <a:extLst>
                <a:ext uri="{FF2B5EF4-FFF2-40B4-BE49-F238E27FC236}">
                  <a16:creationId xmlns:a16="http://schemas.microsoft.com/office/drawing/2014/main" id="{043A7485-2BB7-A140-C8DB-7168369E3CC8}"/>
                </a:ext>
              </a:extLst>
            </p:cNvPr>
            <p:cNvCxnSpPr>
              <a:cxnSpLocks/>
            </p:cNvCxnSpPr>
            <p:nvPr/>
          </p:nvCxnSpPr>
          <p:spPr>
            <a:xfrm>
              <a:off x="15295712" y="1206779"/>
              <a:ext cx="1738826" cy="0"/>
            </a:xfrm>
            <a:prstGeom prst="straightConnector1">
              <a:avLst/>
            </a:prstGeom>
            <a:ln w="9525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50" name="直線矢印コネクタ 949">
              <a:extLst>
                <a:ext uri="{FF2B5EF4-FFF2-40B4-BE49-F238E27FC236}">
                  <a16:creationId xmlns:a16="http://schemas.microsoft.com/office/drawing/2014/main" id="{18EEB20E-4727-D76C-533B-996DD9E0861F}"/>
                </a:ext>
              </a:extLst>
            </p:cNvPr>
            <p:cNvCxnSpPr>
              <a:cxnSpLocks/>
            </p:cNvCxnSpPr>
            <p:nvPr/>
          </p:nvCxnSpPr>
          <p:spPr>
            <a:xfrm>
              <a:off x="17034533" y="1206789"/>
              <a:ext cx="6672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1" name="グループ化 950">
            <a:extLst>
              <a:ext uri="{FF2B5EF4-FFF2-40B4-BE49-F238E27FC236}">
                <a16:creationId xmlns:a16="http://schemas.microsoft.com/office/drawing/2014/main" id="{EBAB37FE-3868-871A-2961-F662D20E1B2B}"/>
              </a:ext>
            </a:extLst>
          </p:cNvPr>
          <p:cNvGrpSpPr/>
          <p:nvPr/>
        </p:nvGrpSpPr>
        <p:grpSpPr>
          <a:xfrm>
            <a:off x="19386749" y="15768790"/>
            <a:ext cx="2042632" cy="22"/>
            <a:chOff x="15295712" y="1206779"/>
            <a:chExt cx="1805544" cy="11"/>
          </a:xfrm>
        </p:grpSpPr>
        <p:cxnSp>
          <p:nvCxnSpPr>
            <p:cNvPr id="952" name="直線矢印コネクタ 951">
              <a:extLst>
                <a:ext uri="{FF2B5EF4-FFF2-40B4-BE49-F238E27FC236}">
                  <a16:creationId xmlns:a16="http://schemas.microsoft.com/office/drawing/2014/main" id="{3F16D3B7-F242-A3B6-1141-904E99518ECD}"/>
                </a:ext>
              </a:extLst>
            </p:cNvPr>
            <p:cNvCxnSpPr>
              <a:cxnSpLocks/>
            </p:cNvCxnSpPr>
            <p:nvPr/>
          </p:nvCxnSpPr>
          <p:spPr>
            <a:xfrm>
              <a:off x="15295712" y="1206779"/>
              <a:ext cx="1738826" cy="0"/>
            </a:xfrm>
            <a:prstGeom prst="straightConnector1">
              <a:avLst/>
            </a:prstGeom>
            <a:ln w="9525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53" name="直線矢印コネクタ 952">
              <a:extLst>
                <a:ext uri="{FF2B5EF4-FFF2-40B4-BE49-F238E27FC236}">
                  <a16:creationId xmlns:a16="http://schemas.microsoft.com/office/drawing/2014/main" id="{4EF0DC6F-5EE8-B66F-CC02-0A7677B0F721}"/>
                </a:ext>
              </a:extLst>
            </p:cNvPr>
            <p:cNvCxnSpPr>
              <a:cxnSpLocks/>
            </p:cNvCxnSpPr>
            <p:nvPr/>
          </p:nvCxnSpPr>
          <p:spPr>
            <a:xfrm>
              <a:off x="17034533" y="1206789"/>
              <a:ext cx="6672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58" name="コネクタ: カギ線 957">
            <a:extLst>
              <a:ext uri="{FF2B5EF4-FFF2-40B4-BE49-F238E27FC236}">
                <a16:creationId xmlns:a16="http://schemas.microsoft.com/office/drawing/2014/main" id="{F7218E03-D7FF-2372-799B-909C17ACFBED}"/>
              </a:ext>
            </a:extLst>
          </p:cNvPr>
          <p:cNvCxnSpPr>
            <a:stCxn id="895" idx="2"/>
            <a:endCxn id="914" idx="1"/>
          </p:cNvCxnSpPr>
          <p:nvPr/>
        </p:nvCxnSpPr>
        <p:spPr>
          <a:xfrm rot="16200000" flipH="1">
            <a:off x="10159326" y="15905082"/>
            <a:ext cx="945470" cy="1070738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3" name="コネクタ: カギ線 962">
            <a:extLst>
              <a:ext uri="{FF2B5EF4-FFF2-40B4-BE49-F238E27FC236}">
                <a16:creationId xmlns:a16="http://schemas.microsoft.com/office/drawing/2014/main" id="{A10C0A94-DB15-D702-25E9-037F37237A56}"/>
              </a:ext>
            </a:extLst>
          </p:cNvPr>
          <p:cNvCxnSpPr>
            <a:cxnSpLocks/>
            <a:stCxn id="977" idx="2"/>
            <a:endCxn id="827" idx="1"/>
          </p:cNvCxnSpPr>
          <p:nvPr/>
        </p:nvCxnSpPr>
        <p:spPr>
          <a:xfrm rot="16200000" flipH="1">
            <a:off x="4835981" y="7103340"/>
            <a:ext cx="8173921" cy="106831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5" name="コネクタ: カギ線 964">
            <a:extLst>
              <a:ext uri="{FF2B5EF4-FFF2-40B4-BE49-F238E27FC236}">
                <a16:creationId xmlns:a16="http://schemas.microsoft.com/office/drawing/2014/main" id="{BA93A5CD-B22D-6796-810D-B7B86B13F321}"/>
              </a:ext>
            </a:extLst>
          </p:cNvPr>
          <p:cNvCxnSpPr>
            <a:cxnSpLocks/>
            <a:stCxn id="977" idx="2"/>
            <a:endCxn id="895" idx="1"/>
          </p:cNvCxnSpPr>
          <p:nvPr/>
        </p:nvCxnSpPr>
        <p:spPr>
          <a:xfrm rot="16200000" flipH="1">
            <a:off x="2814461" y="9124860"/>
            <a:ext cx="12216960" cy="106831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7" name="正方形/長方形 976">
            <a:extLst>
              <a:ext uri="{FF2B5EF4-FFF2-40B4-BE49-F238E27FC236}">
                <a16:creationId xmlns:a16="http://schemas.microsoft.com/office/drawing/2014/main" id="{762C5C6D-2718-22BE-A28D-D34D8B6A3B52}"/>
              </a:ext>
            </a:extLst>
          </p:cNvPr>
          <p:cNvSpPr/>
          <p:nvPr/>
        </p:nvSpPr>
        <p:spPr>
          <a:xfrm>
            <a:off x="7749194" y="3150095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メニュー画面</a:t>
            </a:r>
            <a:endParaRPr lang="en-US" altLang="ja-JP" sz="792" dirty="0"/>
          </a:p>
        </p:txBody>
      </p:sp>
      <p:cxnSp>
        <p:nvCxnSpPr>
          <p:cNvPr id="990" name="直線矢印コネクタ 989">
            <a:extLst>
              <a:ext uri="{FF2B5EF4-FFF2-40B4-BE49-F238E27FC236}">
                <a16:creationId xmlns:a16="http://schemas.microsoft.com/office/drawing/2014/main" id="{88E1FA23-0140-2D23-7C2C-41529B19F8F5}"/>
              </a:ext>
            </a:extLst>
          </p:cNvPr>
          <p:cNvCxnSpPr>
            <a:stCxn id="977" idx="3"/>
            <a:endCxn id="137" idx="1"/>
          </p:cNvCxnSpPr>
          <p:nvPr/>
        </p:nvCxnSpPr>
        <p:spPr>
          <a:xfrm>
            <a:off x="9028378" y="3350315"/>
            <a:ext cx="42873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8" name="直線矢印コネクタ 997">
            <a:extLst>
              <a:ext uri="{FF2B5EF4-FFF2-40B4-BE49-F238E27FC236}">
                <a16:creationId xmlns:a16="http://schemas.microsoft.com/office/drawing/2014/main" id="{5F52BECA-64DD-04B2-17B5-2C0893522D5F}"/>
              </a:ext>
            </a:extLst>
          </p:cNvPr>
          <p:cNvCxnSpPr>
            <a:stCxn id="977" idx="0"/>
            <a:endCxn id="32" idx="2"/>
          </p:cNvCxnSpPr>
          <p:nvPr/>
        </p:nvCxnSpPr>
        <p:spPr>
          <a:xfrm flipH="1" flipV="1">
            <a:off x="8386380" y="2594714"/>
            <a:ext cx="2409" cy="5553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4" name="コネクタ: カギ線 1003">
            <a:extLst>
              <a:ext uri="{FF2B5EF4-FFF2-40B4-BE49-F238E27FC236}">
                <a16:creationId xmlns:a16="http://schemas.microsoft.com/office/drawing/2014/main" id="{9103B19E-67BD-A846-2A59-BCBCB0761D49}"/>
              </a:ext>
            </a:extLst>
          </p:cNvPr>
          <p:cNvCxnSpPr>
            <a:stCxn id="691" idx="1"/>
            <a:endCxn id="977" idx="2"/>
          </p:cNvCxnSpPr>
          <p:nvPr/>
        </p:nvCxnSpPr>
        <p:spPr>
          <a:xfrm rot="10800000">
            <a:off x="8388786" y="3550535"/>
            <a:ext cx="1068310" cy="4121128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コネクタ: カギ線 39">
            <a:extLst>
              <a:ext uri="{FF2B5EF4-FFF2-40B4-BE49-F238E27FC236}">
                <a16:creationId xmlns:a16="http://schemas.microsoft.com/office/drawing/2014/main" id="{D4674D9F-284E-1152-E05B-185A247FF8B3}"/>
              </a:ext>
            </a:extLst>
          </p:cNvPr>
          <p:cNvCxnSpPr>
            <a:cxnSpLocks/>
            <a:stCxn id="137" idx="2"/>
            <a:endCxn id="67" idx="1"/>
          </p:cNvCxnSpPr>
          <p:nvPr/>
        </p:nvCxnSpPr>
        <p:spPr>
          <a:xfrm rot="16200000" flipH="1">
            <a:off x="11205308" y="2441932"/>
            <a:ext cx="2274168" cy="4491373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ひし形 40">
            <a:extLst>
              <a:ext uri="{FF2B5EF4-FFF2-40B4-BE49-F238E27FC236}">
                <a16:creationId xmlns:a16="http://schemas.microsoft.com/office/drawing/2014/main" id="{F2565C66-E3D4-D35E-32CB-8AB9643D5FBD}"/>
              </a:ext>
            </a:extLst>
          </p:cNvPr>
          <p:cNvSpPr/>
          <p:nvPr/>
        </p:nvSpPr>
        <p:spPr>
          <a:xfrm>
            <a:off x="16183036" y="5612702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確認</a:t>
            </a:r>
            <a:endParaRPr lang="en-US" altLang="ja-JP" sz="792" dirty="0"/>
          </a:p>
          <a:p>
            <a:pPr algn="ctr"/>
            <a:r>
              <a:rPr lang="ja-JP" altLang="en-US" sz="792" dirty="0"/>
              <a:t>ダイアログ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635CAF9A-AF8F-ECBA-FCDC-A757B647A3CE}"/>
              </a:ext>
            </a:extLst>
          </p:cNvPr>
          <p:cNvSpPr/>
          <p:nvPr/>
        </p:nvSpPr>
        <p:spPr>
          <a:xfrm>
            <a:off x="19704191" y="6185560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ファイル削除完了</a:t>
            </a:r>
          </a:p>
        </p:txBody>
      </p:sp>
      <p:sp>
        <p:nvSpPr>
          <p:cNvPr id="43" name="円柱 42">
            <a:extLst>
              <a:ext uri="{FF2B5EF4-FFF2-40B4-BE49-F238E27FC236}">
                <a16:creationId xmlns:a16="http://schemas.microsoft.com/office/drawing/2014/main" id="{EA1F87E9-5F47-A507-BF84-7225411C3E86}"/>
              </a:ext>
            </a:extLst>
          </p:cNvPr>
          <p:cNvSpPr/>
          <p:nvPr/>
        </p:nvSpPr>
        <p:spPr>
          <a:xfrm>
            <a:off x="21414514" y="5612702"/>
            <a:ext cx="1279184" cy="40044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システム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E38297B4-5478-2F1E-0B3D-ADB31D46B267}"/>
              </a:ext>
            </a:extLst>
          </p:cNvPr>
          <p:cNvSpPr/>
          <p:nvPr/>
        </p:nvSpPr>
        <p:spPr>
          <a:xfrm>
            <a:off x="17988193" y="6185549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エラーメッセージを</a:t>
            </a:r>
            <a:endParaRPr lang="en-US" altLang="ja-JP" sz="792" dirty="0"/>
          </a:p>
          <a:p>
            <a:pPr algn="ctr"/>
            <a:r>
              <a:rPr lang="ja-JP" altLang="en-US" sz="792" dirty="0"/>
              <a:t>表示</a:t>
            </a:r>
          </a:p>
        </p:txBody>
      </p:sp>
      <p:cxnSp>
        <p:nvCxnSpPr>
          <p:cNvPr id="45" name="コネクタ: カギ線 44">
            <a:extLst>
              <a:ext uri="{FF2B5EF4-FFF2-40B4-BE49-F238E27FC236}">
                <a16:creationId xmlns:a16="http://schemas.microsoft.com/office/drawing/2014/main" id="{9C3D239D-0A23-4E7B-BBB4-5A85B84CFA12}"/>
              </a:ext>
            </a:extLst>
          </p:cNvPr>
          <p:cNvCxnSpPr>
            <a:cxnSpLocks/>
            <a:stCxn id="44" idx="1"/>
            <a:endCxn id="137" idx="2"/>
          </p:cNvCxnSpPr>
          <p:nvPr/>
        </p:nvCxnSpPr>
        <p:spPr>
          <a:xfrm rot="10800000">
            <a:off x="10096707" y="3550535"/>
            <a:ext cx="7891487" cy="283523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BA089060-4B29-8EAA-30B9-B93CF4D8D527}"/>
              </a:ext>
            </a:extLst>
          </p:cNvPr>
          <p:cNvCxnSpPr>
            <a:cxnSpLocks/>
          </p:cNvCxnSpPr>
          <p:nvPr/>
        </p:nvCxnSpPr>
        <p:spPr>
          <a:xfrm>
            <a:off x="16921441" y="6013185"/>
            <a:ext cx="0" cy="372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25060B71-57DF-C55B-C07D-016B08D571B1}"/>
              </a:ext>
            </a:extLst>
          </p:cNvPr>
          <p:cNvSpPr txBox="1"/>
          <p:nvPr/>
        </p:nvSpPr>
        <p:spPr>
          <a:xfrm>
            <a:off x="16927125" y="5957947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A3BA5A45-2652-69C5-E024-D4D6ED6F68A3}"/>
              </a:ext>
            </a:extLst>
          </p:cNvPr>
          <p:cNvSpPr txBox="1"/>
          <p:nvPr/>
        </p:nvSpPr>
        <p:spPr>
          <a:xfrm>
            <a:off x="17252817" y="5581022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sp>
        <p:nvSpPr>
          <p:cNvPr id="53" name="ひし形 52">
            <a:extLst>
              <a:ext uri="{FF2B5EF4-FFF2-40B4-BE49-F238E27FC236}">
                <a16:creationId xmlns:a16="http://schemas.microsoft.com/office/drawing/2014/main" id="{CC903A06-85A3-C620-70E6-5DFF5E13DB63}"/>
              </a:ext>
            </a:extLst>
          </p:cNvPr>
          <p:cNvSpPr/>
          <p:nvPr/>
        </p:nvSpPr>
        <p:spPr>
          <a:xfrm>
            <a:off x="17914142" y="5606884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削除できるかどうか</a:t>
            </a:r>
          </a:p>
        </p:txBody>
      </p: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87B4A027-3246-1ACD-5F1B-6AC5CE804C52}"/>
              </a:ext>
            </a:extLst>
          </p:cNvPr>
          <p:cNvCxnSpPr>
            <a:cxnSpLocks/>
          </p:cNvCxnSpPr>
          <p:nvPr/>
        </p:nvCxnSpPr>
        <p:spPr>
          <a:xfrm>
            <a:off x="20364526" y="5807111"/>
            <a:ext cx="0" cy="372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CAA88F62-CAD1-3646-38B4-0988C4995584}"/>
              </a:ext>
            </a:extLst>
          </p:cNvPr>
          <p:cNvSpPr txBox="1"/>
          <p:nvPr/>
        </p:nvSpPr>
        <p:spPr>
          <a:xfrm>
            <a:off x="18651495" y="5942528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289170BD-9D80-E5CB-EBA7-60BB18130F63}"/>
              </a:ext>
            </a:extLst>
          </p:cNvPr>
          <p:cNvSpPr txBox="1"/>
          <p:nvPr/>
        </p:nvSpPr>
        <p:spPr>
          <a:xfrm>
            <a:off x="18977194" y="5565600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FB33882A-51FF-14B0-6FC8-816403F1F3BB}"/>
              </a:ext>
            </a:extLst>
          </p:cNvPr>
          <p:cNvGrpSpPr/>
          <p:nvPr/>
        </p:nvGrpSpPr>
        <p:grpSpPr>
          <a:xfrm>
            <a:off x="19391008" y="5807095"/>
            <a:ext cx="2042632" cy="22"/>
            <a:chOff x="15295712" y="1206779"/>
            <a:chExt cx="1805544" cy="11"/>
          </a:xfrm>
        </p:grpSpPr>
        <p:cxnSp>
          <p:nvCxnSpPr>
            <p:cNvPr id="62" name="直線矢印コネクタ 61">
              <a:extLst>
                <a:ext uri="{FF2B5EF4-FFF2-40B4-BE49-F238E27FC236}">
                  <a16:creationId xmlns:a16="http://schemas.microsoft.com/office/drawing/2014/main" id="{2C98D8F7-8D42-BD42-F855-9AC4CE59DB5B}"/>
                </a:ext>
              </a:extLst>
            </p:cNvPr>
            <p:cNvCxnSpPr>
              <a:cxnSpLocks/>
            </p:cNvCxnSpPr>
            <p:nvPr/>
          </p:nvCxnSpPr>
          <p:spPr>
            <a:xfrm>
              <a:off x="15295712" y="1206779"/>
              <a:ext cx="1738826" cy="0"/>
            </a:xfrm>
            <a:prstGeom prst="straightConnector1">
              <a:avLst/>
            </a:prstGeom>
            <a:ln w="9525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3" name="直線矢印コネクタ 62">
              <a:extLst>
                <a:ext uri="{FF2B5EF4-FFF2-40B4-BE49-F238E27FC236}">
                  <a16:creationId xmlns:a16="http://schemas.microsoft.com/office/drawing/2014/main" id="{06BB3E11-7EF8-C8C0-E6A5-2FF4B18FB242}"/>
                </a:ext>
              </a:extLst>
            </p:cNvPr>
            <p:cNvCxnSpPr>
              <a:cxnSpLocks/>
            </p:cNvCxnSpPr>
            <p:nvPr/>
          </p:nvCxnSpPr>
          <p:spPr>
            <a:xfrm>
              <a:off x="17034533" y="1206789"/>
              <a:ext cx="6672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5" name="コネクタ: カギ線 64">
            <a:extLst>
              <a:ext uri="{FF2B5EF4-FFF2-40B4-BE49-F238E27FC236}">
                <a16:creationId xmlns:a16="http://schemas.microsoft.com/office/drawing/2014/main" id="{AE1DA2A5-3561-289B-3B86-33765B8F2E84}"/>
              </a:ext>
            </a:extLst>
          </p:cNvPr>
          <p:cNvCxnSpPr>
            <a:cxnSpLocks/>
            <a:stCxn id="42" idx="2"/>
            <a:endCxn id="137" idx="2"/>
          </p:cNvCxnSpPr>
          <p:nvPr/>
        </p:nvCxnSpPr>
        <p:spPr>
          <a:xfrm rot="5400000" flipH="1">
            <a:off x="13702512" y="-55270"/>
            <a:ext cx="3035465" cy="10247077"/>
          </a:xfrm>
          <a:prstGeom prst="bentConnector3">
            <a:avLst>
              <a:gd name="adj1" fmla="val -753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217D3A47-2D27-B4DB-B1A3-2BE708784E2C}"/>
              </a:ext>
            </a:extLst>
          </p:cNvPr>
          <p:cNvSpPr txBox="1"/>
          <p:nvPr/>
        </p:nvSpPr>
        <p:spPr>
          <a:xfrm>
            <a:off x="22022004" y="6010194"/>
            <a:ext cx="688231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※</a:t>
            </a:r>
            <a:r>
              <a:rPr kumimoji="1" lang="ja-JP" altLang="en-US" sz="792" dirty="0"/>
              <a:t>論理削除</a:t>
            </a: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5ECCA9A6-4063-5664-A89F-FC1FA5A7F049}"/>
              </a:ext>
            </a:extLst>
          </p:cNvPr>
          <p:cNvSpPr/>
          <p:nvPr/>
        </p:nvSpPr>
        <p:spPr>
          <a:xfrm>
            <a:off x="14588079" y="5624483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792" dirty="0"/>
              <a:t>『</a:t>
            </a:r>
            <a:r>
              <a:rPr lang="ja-JP" altLang="en-US" sz="792" dirty="0"/>
              <a:t>削除</a:t>
            </a:r>
            <a:r>
              <a:rPr lang="en-US" altLang="ja-JP" sz="792" dirty="0"/>
              <a:t>』</a:t>
            </a:r>
            <a:r>
              <a:rPr lang="ja-JP" altLang="en-US" sz="792" dirty="0"/>
              <a:t>ボタン押下</a:t>
            </a:r>
          </a:p>
        </p:txBody>
      </p:sp>
      <p:cxnSp>
        <p:nvCxnSpPr>
          <p:cNvPr id="68" name="直線矢印コネクタ 67">
            <a:extLst>
              <a:ext uri="{FF2B5EF4-FFF2-40B4-BE49-F238E27FC236}">
                <a16:creationId xmlns:a16="http://schemas.microsoft.com/office/drawing/2014/main" id="{8BD8F8CC-5791-0702-5C30-7CC9E53B7D10}"/>
              </a:ext>
            </a:extLst>
          </p:cNvPr>
          <p:cNvCxnSpPr>
            <a:cxnSpLocks/>
            <a:stCxn id="67" idx="3"/>
          </p:cNvCxnSpPr>
          <p:nvPr/>
        </p:nvCxnSpPr>
        <p:spPr>
          <a:xfrm>
            <a:off x="15867264" y="5824703"/>
            <a:ext cx="3148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BE3EAB56-12E5-7939-E5F1-0FC089D6D06B}"/>
              </a:ext>
            </a:extLst>
          </p:cNvPr>
          <p:cNvCxnSpPr>
            <a:cxnSpLocks/>
          </p:cNvCxnSpPr>
          <p:nvPr/>
        </p:nvCxnSpPr>
        <p:spPr>
          <a:xfrm flipV="1">
            <a:off x="17676400" y="5817399"/>
            <a:ext cx="2334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矢印コネクタ 73">
            <a:extLst>
              <a:ext uri="{FF2B5EF4-FFF2-40B4-BE49-F238E27FC236}">
                <a16:creationId xmlns:a16="http://schemas.microsoft.com/office/drawing/2014/main" id="{05176DF4-9A26-6D58-F059-6C96E26C76C9}"/>
              </a:ext>
            </a:extLst>
          </p:cNvPr>
          <p:cNvCxnSpPr/>
          <p:nvPr/>
        </p:nvCxnSpPr>
        <p:spPr>
          <a:xfrm>
            <a:off x="18644288" y="6017054"/>
            <a:ext cx="0" cy="172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A2809987-7E5B-0AE8-48A6-E11EE2BAF642}"/>
              </a:ext>
            </a:extLst>
          </p:cNvPr>
          <p:cNvSpPr/>
          <p:nvPr/>
        </p:nvSpPr>
        <p:spPr>
          <a:xfrm>
            <a:off x="14604564" y="10029278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792" dirty="0"/>
              <a:t>『</a:t>
            </a:r>
            <a:r>
              <a:rPr lang="ja-JP" altLang="en-US" sz="792" dirty="0"/>
              <a:t>削除</a:t>
            </a:r>
            <a:r>
              <a:rPr lang="en-US" altLang="ja-JP" sz="792" dirty="0"/>
              <a:t>』</a:t>
            </a:r>
            <a:r>
              <a:rPr lang="ja-JP" altLang="en-US" sz="792" dirty="0"/>
              <a:t>ボタン押下</a:t>
            </a:r>
          </a:p>
        </p:txBody>
      </p:sp>
      <p:cxnSp>
        <p:nvCxnSpPr>
          <p:cNvPr id="76" name="コネクタ: カギ線 75">
            <a:extLst>
              <a:ext uri="{FF2B5EF4-FFF2-40B4-BE49-F238E27FC236}">
                <a16:creationId xmlns:a16="http://schemas.microsoft.com/office/drawing/2014/main" id="{195B9363-425C-F1B3-CD3C-AA1DC01FBB07}"/>
              </a:ext>
            </a:extLst>
          </p:cNvPr>
          <p:cNvCxnSpPr>
            <a:cxnSpLocks/>
            <a:stCxn id="691" idx="2"/>
            <a:endCxn id="75" idx="1"/>
          </p:cNvCxnSpPr>
          <p:nvPr/>
        </p:nvCxnSpPr>
        <p:spPr>
          <a:xfrm rot="16200000" flipH="1">
            <a:off x="11171819" y="6796752"/>
            <a:ext cx="2357615" cy="4507876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ひし形 76">
            <a:extLst>
              <a:ext uri="{FF2B5EF4-FFF2-40B4-BE49-F238E27FC236}">
                <a16:creationId xmlns:a16="http://schemas.microsoft.com/office/drawing/2014/main" id="{5F3AF70F-CAFB-5480-DCC3-84EE3909FFB1}"/>
              </a:ext>
            </a:extLst>
          </p:cNvPr>
          <p:cNvSpPr/>
          <p:nvPr/>
        </p:nvSpPr>
        <p:spPr>
          <a:xfrm>
            <a:off x="16199539" y="10035898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確認</a:t>
            </a:r>
            <a:endParaRPr lang="en-US" altLang="ja-JP" sz="792" dirty="0"/>
          </a:p>
          <a:p>
            <a:pPr algn="ctr"/>
            <a:r>
              <a:rPr lang="ja-JP" altLang="en-US" sz="792" dirty="0"/>
              <a:t>ダイアログ</a:t>
            </a:r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CFD5D683-A6B1-EF70-CD67-52F63342B546}"/>
              </a:ext>
            </a:extLst>
          </p:cNvPr>
          <p:cNvSpPr/>
          <p:nvPr/>
        </p:nvSpPr>
        <p:spPr>
          <a:xfrm>
            <a:off x="19720694" y="10608756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所属削除完了</a:t>
            </a:r>
          </a:p>
        </p:txBody>
      </p:sp>
      <p:sp>
        <p:nvSpPr>
          <p:cNvPr id="79" name="円柱 78">
            <a:extLst>
              <a:ext uri="{FF2B5EF4-FFF2-40B4-BE49-F238E27FC236}">
                <a16:creationId xmlns:a16="http://schemas.microsoft.com/office/drawing/2014/main" id="{5C295835-1728-F98D-A0F9-1D49D37ACD9C}"/>
              </a:ext>
            </a:extLst>
          </p:cNvPr>
          <p:cNvSpPr/>
          <p:nvPr/>
        </p:nvSpPr>
        <p:spPr>
          <a:xfrm>
            <a:off x="21431017" y="10035898"/>
            <a:ext cx="1279184" cy="40044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システム</a:t>
            </a:r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C1CE9D59-D708-F018-0998-7BDFF2EED7A3}"/>
              </a:ext>
            </a:extLst>
          </p:cNvPr>
          <p:cNvSpPr/>
          <p:nvPr/>
        </p:nvSpPr>
        <p:spPr>
          <a:xfrm>
            <a:off x="18004696" y="10608745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エラーメッセージを</a:t>
            </a:r>
            <a:endParaRPr lang="en-US" altLang="ja-JP" sz="792" dirty="0"/>
          </a:p>
          <a:p>
            <a:pPr algn="ctr"/>
            <a:r>
              <a:rPr lang="ja-JP" altLang="en-US" sz="792" dirty="0"/>
              <a:t>表示</a:t>
            </a:r>
          </a:p>
        </p:txBody>
      </p:sp>
      <p:cxnSp>
        <p:nvCxnSpPr>
          <p:cNvPr id="81" name="コネクタ: カギ線 80">
            <a:extLst>
              <a:ext uri="{FF2B5EF4-FFF2-40B4-BE49-F238E27FC236}">
                <a16:creationId xmlns:a16="http://schemas.microsoft.com/office/drawing/2014/main" id="{AE7B4A16-6955-668E-1AD6-7B82EAF6C05A}"/>
              </a:ext>
            </a:extLst>
          </p:cNvPr>
          <p:cNvCxnSpPr>
            <a:cxnSpLocks/>
            <a:stCxn id="80" idx="1"/>
            <a:endCxn id="691" idx="2"/>
          </p:cNvCxnSpPr>
          <p:nvPr/>
        </p:nvCxnSpPr>
        <p:spPr>
          <a:xfrm rot="10800000">
            <a:off x="10096688" y="7871883"/>
            <a:ext cx="7908008" cy="293708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B1313BEE-AC1D-F8BE-4399-3CFDCEB1A8E3}"/>
              </a:ext>
            </a:extLst>
          </p:cNvPr>
          <p:cNvCxnSpPr>
            <a:cxnSpLocks/>
          </p:cNvCxnSpPr>
          <p:nvPr/>
        </p:nvCxnSpPr>
        <p:spPr>
          <a:xfrm>
            <a:off x="16937944" y="10436381"/>
            <a:ext cx="0" cy="372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1ACA75B2-B3C7-8122-1466-311310694FD3}"/>
              </a:ext>
            </a:extLst>
          </p:cNvPr>
          <p:cNvSpPr txBox="1"/>
          <p:nvPr/>
        </p:nvSpPr>
        <p:spPr>
          <a:xfrm>
            <a:off x="16943628" y="10381143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4E92AB7D-CC7B-6859-C3B5-8F3CA5FCEBAD}"/>
              </a:ext>
            </a:extLst>
          </p:cNvPr>
          <p:cNvSpPr txBox="1"/>
          <p:nvPr/>
        </p:nvSpPr>
        <p:spPr>
          <a:xfrm>
            <a:off x="17269320" y="10004218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sp>
        <p:nvSpPr>
          <p:cNvPr id="85" name="ひし形 84">
            <a:extLst>
              <a:ext uri="{FF2B5EF4-FFF2-40B4-BE49-F238E27FC236}">
                <a16:creationId xmlns:a16="http://schemas.microsoft.com/office/drawing/2014/main" id="{F04B6F61-C882-7A55-64C0-02C6114CCC9D}"/>
              </a:ext>
            </a:extLst>
          </p:cNvPr>
          <p:cNvSpPr/>
          <p:nvPr/>
        </p:nvSpPr>
        <p:spPr>
          <a:xfrm>
            <a:off x="17930645" y="10030080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削除できるかどうか</a:t>
            </a:r>
          </a:p>
        </p:txBody>
      </p:sp>
      <p:cxnSp>
        <p:nvCxnSpPr>
          <p:cNvPr id="86" name="直線矢印コネクタ 85">
            <a:extLst>
              <a:ext uri="{FF2B5EF4-FFF2-40B4-BE49-F238E27FC236}">
                <a16:creationId xmlns:a16="http://schemas.microsoft.com/office/drawing/2014/main" id="{FDC81D5B-51BF-7FC5-7897-3C0286E377ED}"/>
              </a:ext>
            </a:extLst>
          </p:cNvPr>
          <p:cNvCxnSpPr>
            <a:cxnSpLocks/>
          </p:cNvCxnSpPr>
          <p:nvPr/>
        </p:nvCxnSpPr>
        <p:spPr>
          <a:xfrm>
            <a:off x="20381029" y="10230307"/>
            <a:ext cx="0" cy="372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6975ED33-5A19-99AC-2606-0EAEF148203C}"/>
              </a:ext>
            </a:extLst>
          </p:cNvPr>
          <p:cNvSpPr txBox="1"/>
          <p:nvPr/>
        </p:nvSpPr>
        <p:spPr>
          <a:xfrm>
            <a:off x="18667998" y="10365724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grpSp>
        <p:nvGrpSpPr>
          <p:cNvPr id="88" name="グループ化 87">
            <a:extLst>
              <a:ext uri="{FF2B5EF4-FFF2-40B4-BE49-F238E27FC236}">
                <a16:creationId xmlns:a16="http://schemas.microsoft.com/office/drawing/2014/main" id="{F1B92939-0F70-BF14-DE33-151010522B74}"/>
              </a:ext>
            </a:extLst>
          </p:cNvPr>
          <p:cNvGrpSpPr/>
          <p:nvPr/>
        </p:nvGrpSpPr>
        <p:grpSpPr>
          <a:xfrm>
            <a:off x="19407511" y="10230291"/>
            <a:ext cx="2042632" cy="22"/>
            <a:chOff x="15295712" y="1206779"/>
            <a:chExt cx="1805544" cy="11"/>
          </a:xfrm>
        </p:grpSpPr>
        <p:cxnSp>
          <p:nvCxnSpPr>
            <p:cNvPr id="89" name="直線矢印コネクタ 88">
              <a:extLst>
                <a:ext uri="{FF2B5EF4-FFF2-40B4-BE49-F238E27FC236}">
                  <a16:creationId xmlns:a16="http://schemas.microsoft.com/office/drawing/2014/main" id="{8005ECD9-1F16-65B9-AC11-17B6777FBAF8}"/>
                </a:ext>
              </a:extLst>
            </p:cNvPr>
            <p:cNvCxnSpPr>
              <a:cxnSpLocks/>
            </p:cNvCxnSpPr>
            <p:nvPr/>
          </p:nvCxnSpPr>
          <p:spPr>
            <a:xfrm>
              <a:off x="15295712" y="1206779"/>
              <a:ext cx="1738826" cy="0"/>
            </a:xfrm>
            <a:prstGeom prst="straightConnector1">
              <a:avLst/>
            </a:prstGeom>
            <a:ln w="9525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0" name="直線矢印コネクタ 89">
              <a:extLst>
                <a:ext uri="{FF2B5EF4-FFF2-40B4-BE49-F238E27FC236}">
                  <a16:creationId xmlns:a16="http://schemas.microsoft.com/office/drawing/2014/main" id="{36B86FC5-7FEA-F18A-30E8-8FAF5F41193E}"/>
                </a:ext>
              </a:extLst>
            </p:cNvPr>
            <p:cNvCxnSpPr>
              <a:cxnSpLocks/>
            </p:cNvCxnSpPr>
            <p:nvPr/>
          </p:nvCxnSpPr>
          <p:spPr>
            <a:xfrm>
              <a:off x="17034533" y="1206789"/>
              <a:ext cx="6672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1" name="コネクタ: カギ線 90">
            <a:extLst>
              <a:ext uri="{FF2B5EF4-FFF2-40B4-BE49-F238E27FC236}">
                <a16:creationId xmlns:a16="http://schemas.microsoft.com/office/drawing/2014/main" id="{BF3EA4DC-5F10-BBAF-D1C6-6E319E69166D}"/>
              </a:ext>
            </a:extLst>
          </p:cNvPr>
          <p:cNvCxnSpPr>
            <a:cxnSpLocks/>
            <a:stCxn id="78" idx="2"/>
            <a:endCxn id="691" idx="2"/>
          </p:cNvCxnSpPr>
          <p:nvPr/>
        </p:nvCxnSpPr>
        <p:spPr>
          <a:xfrm rot="5400000" flipH="1">
            <a:off x="13659830" y="4308741"/>
            <a:ext cx="3137313" cy="10263598"/>
          </a:xfrm>
          <a:prstGeom prst="bentConnector3">
            <a:avLst>
              <a:gd name="adj1" fmla="val -728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218A8F5D-2804-A7C5-95AA-61A39E72D4F3}"/>
              </a:ext>
            </a:extLst>
          </p:cNvPr>
          <p:cNvSpPr txBox="1"/>
          <p:nvPr/>
        </p:nvSpPr>
        <p:spPr>
          <a:xfrm>
            <a:off x="19085085" y="10006858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4F2C08BD-2458-FDA4-C0C7-912ECFECC72F}"/>
              </a:ext>
            </a:extLst>
          </p:cNvPr>
          <p:cNvCxnSpPr>
            <a:cxnSpLocks/>
            <a:stCxn id="77" idx="3"/>
            <a:endCxn id="85" idx="1"/>
          </p:cNvCxnSpPr>
          <p:nvPr/>
        </p:nvCxnSpPr>
        <p:spPr>
          <a:xfrm flipV="1">
            <a:off x="17676385" y="10230300"/>
            <a:ext cx="254260" cy="5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矢印コネクタ 95">
            <a:extLst>
              <a:ext uri="{FF2B5EF4-FFF2-40B4-BE49-F238E27FC236}">
                <a16:creationId xmlns:a16="http://schemas.microsoft.com/office/drawing/2014/main" id="{ED138049-68F8-7DB5-2238-B27276E91179}"/>
              </a:ext>
            </a:extLst>
          </p:cNvPr>
          <p:cNvCxnSpPr/>
          <p:nvPr/>
        </p:nvCxnSpPr>
        <p:spPr>
          <a:xfrm>
            <a:off x="18666062" y="10422137"/>
            <a:ext cx="0" cy="172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83CB1D88-11FB-283A-7640-79901C2C68C4}"/>
              </a:ext>
            </a:extLst>
          </p:cNvPr>
          <p:cNvSpPr/>
          <p:nvPr/>
        </p:nvSpPr>
        <p:spPr>
          <a:xfrm>
            <a:off x="14572574" y="13968298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792" dirty="0"/>
              <a:t>『</a:t>
            </a:r>
            <a:r>
              <a:rPr lang="ja-JP" altLang="en-US" sz="792" dirty="0"/>
              <a:t>削除</a:t>
            </a:r>
            <a:r>
              <a:rPr lang="en-US" altLang="ja-JP" sz="792" dirty="0"/>
              <a:t>』</a:t>
            </a:r>
            <a:r>
              <a:rPr lang="ja-JP" altLang="en-US" sz="792" dirty="0"/>
              <a:t>ボタン押下</a:t>
            </a:r>
          </a:p>
        </p:txBody>
      </p:sp>
      <p:cxnSp>
        <p:nvCxnSpPr>
          <p:cNvPr id="101" name="コネクタ: カギ線 100">
            <a:extLst>
              <a:ext uri="{FF2B5EF4-FFF2-40B4-BE49-F238E27FC236}">
                <a16:creationId xmlns:a16="http://schemas.microsoft.com/office/drawing/2014/main" id="{2EBFDE3A-9227-05D1-EC39-0ABF79507F9E}"/>
              </a:ext>
            </a:extLst>
          </p:cNvPr>
          <p:cNvCxnSpPr>
            <a:cxnSpLocks/>
            <a:stCxn id="827" idx="2"/>
          </p:cNvCxnSpPr>
          <p:nvPr/>
        </p:nvCxnSpPr>
        <p:spPr>
          <a:xfrm rot="16200000" flipH="1">
            <a:off x="11207947" y="10813417"/>
            <a:ext cx="2243840" cy="4466358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ひし形 101">
            <a:extLst>
              <a:ext uri="{FF2B5EF4-FFF2-40B4-BE49-F238E27FC236}">
                <a16:creationId xmlns:a16="http://schemas.microsoft.com/office/drawing/2014/main" id="{014A649C-07E4-8405-C2EF-F9B361727C3C}"/>
              </a:ext>
            </a:extLst>
          </p:cNvPr>
          <p:cNvSpPr/>
          <p:nvPr/>
        </p:nvSpPr>
        <p:spPr>
          <a:xfrm>
            <a:off x="16167549" y="13974918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確認</a:t>
            </a:r>
            <a:endParaRPr lang="en-US" altLang="ja-JP" sz="792" dirty="0"/>
          </a:p>
          <a:p>
            <a:pPr algn="ctr"/>
            <a:r>
              <a:rPr lang="ja-JP" altLang="en-US" sz="792" dirty="0"/>
              <a:t>ダイアログ</a:t>
            </a:r>
          </a:p>
        </p:txBody>
      </p:sp>
      <p:sp>
        <p:nvSpPr>
          <p:cNvPr id="103" name="正方形/長方形 102">
            <a:extLst>
              <a:ext uri="{FF2B5EF4-FFF2-40B4-BE49-F238E27FC236}">
                <a16:creationId xmlns:a16="http://schemas.microsoft.com/office/drawing/2014/main" id="{51DA3787-4E68-81F3-5966-55252CB8847E}"/>
              </a:ext>
            </a:extLst>
          </p:cNvPr>
          <p:cNvSpPr/>
          <p:nvPr/>
        </p:nvSpPr>
        <p:spPr>
          <a:xfrm>
            <a:off x="19688704" y="14547776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役職削除完了</a:t>
            </a:r>
          </a:p>
        </p:txBody>
      </p:sp>
      <p:sp>
        <p:nvSpPr>
          <p:cNvPr id="104" name="円柱 103">
            <a:extLst>
              <a:ext uri="{FF2B5EF4-FFF2-40B4-BE49-F238E27FC236}">
                <a16:creationId xmlns:a16="http://schemas.microsoft.com/office/drawing/2014/main" id="{AA84E720-6276-6A6B-A3BF-BEC29F29921B}"/>
              </a:ext>
            </a:extLst>
          </p:cNvPr>
          <p:cNvSpPr/>
          <p:nvPr/>
        </p:nvSpPr>
        <p:spPr>
          <a:xfrm>
            <a:off x="21399027" y="13974918"/>
            <a:ext cx="1279184" cy="40044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システム</a:t>
            </a:r>
          </a:p>
        </p:txBody>
      </p:sp>
      <p:cxnSp>
        <p:nvCxnSpPr>
          <p:cNvPr id="105" name="コネクタ: カギ線 104">
            <a:extLst>
              <a:ext uri="{FF2B5EF4-FFF2-40B4-BE49-F238E27FC236}">
                <a16:creationId xmlns:a16="http://schemas.microsoft.com/office/drawing/2014/main" id="{45A9F1FE-A91F-87CC-1CD4-7D053C106D1C}"/>
              </a:ext>
            </a:extLst>
          </p:cNvPr>
          <p:cNvCxnSpPr>
            <a:cxnSpLocks/>
            <a:stCxn id="116" idx="1"/>
            <a:endCxn id="827" idx="2"/>
          </p:cNvCxnSpPr>
          <p:nvPr/>
        </p:nvCxnSpPr>
        <p:spPr>
          <a:xfrm rot="10800000">
            <a:off x="10096688" y="11924676"/>
            <a:ext cx="7908008" cy="28449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2521DEB9-B15F-A633-1F08-C6B8931B313F}"/>
              </a:ext>
            </a:extLst>
          </p:cNvPr>
          <p:cNvSpPr txBox="1"/>
          <p:nvPr/>
        </p:nvSpPr>
        <p:spPr>
          <a:xfrm>
            <a:off x="16911638" y="14320163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CE5B9FF3-4DD5-BDC8-295E-2BE64766A9AF}"/>
              </a:ext>
            </a:extLst>
          </p:cNvPr>
          <p:cNvSpPr txBox="1"/>
          <p:nvPr/>
        </p:nvSpPr>
        <p:spPr>
          <a:xfrm>
            <a:off x="17237330" y="13943238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sp>
        <p:nvSpPr>
          <p:cNvPr id="108" name="ひし形 107">
            <a:extLst>
              <a:ext uri="{FF2B5EF4-FFF2-40B4-BE49-F238E27FC236}">
                <a16:creationId xmlns:a16="http://schemas.microsoft.com/office/drawing/2014/main" id="{7555F9EA-676C-43AB-8FBF-E98C83A01302}"/>
              </a:ext>
            </a:extLst>
          </p:cNvPr>
          <p:cNvSpPr/>
          <p:nvPr/>
        </p:nvSpPr>
        <p:spPr>
          <a:xfrm>
            <a:off x="17898655" y="13969100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削除できるかどうか</a:t>
            </a:r>
          </a:p>
        </p:txBody>
      </p: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1C2B9A1-D78B-2D50-F4D0-5C8F9A2D1777}"/>
              </a:ext>
            </a:extLst>
          </p:cNvPr>
          <p:cNvCxnSpPr>
            <a:cxnSpLocks/>
          </p:cNvCxnSpPr>
          <p:nvPr/>
        </p:nvCxnSpPr>
        <p:spPr>
          <a:xfrm>
            <a:off x="20349039" y="14169327"/>
            <a:ext cx="0" cy="372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テキスト ボックス 109">
            <a:extLst>
              <a:ext uri="{FF2B5EF4-FFF2-40B4-BE49-F238E27FC236}">
                <a16:creationId xmlns:a16="http://schemas.microsoft.com/office/drawing/2014/main" id="{6052C96D-F7F2-757A-516F-391EE09E2086}"/>
              </a:ext>
            </a:extLst>
          </p:cNvPr>
          <p:cNvSpPr txBox="1"/>
          <p:nvPr/>
        </p:nvSpPr>
        <p:spPr>
          <a:xfrm>
            <a:off x="18636008" y="14304744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grpSp>
        <p:nvGrpSpPr>
          <p:cNvPr id="111" name="グループ化 110">
            <a:extLst>
              <a:ext uri="{FF2B5EF4-FFF2-40B4-BE49-F238E27FC236}">
                <a16:creationId xmlns:a16="http://schemas.microsoft.com/office/drawing/2014/main" id="{ACADC509-B17C-F938-6599-CDD7E336AECB}"/>
              </a:ext>
            </a:extLst>
          </p:cNvPr>
          <p:cNvGrpSpPr/>
          <p:nvPr/>
        </p:nvGrpSpPr>
        <p:grpSpPr>
          <a:xfrm>
            <a:off x="19375521" y="14169311"/>
            <a:ext cx="2042632" cy="22"/>
            <a:chOff x="15295712" y="1206779"/>
            <a:chExt cx="1805544" cy="11"/>
          </a:xfrm>
        </p:grpSpPr>
        <p:cxnSp>
          <p:nvCxnSpPr>
            <p:cNvPr id="112" name="直線矢印コネクタ 111">
              <a:extLst>
                <a:ext uri="{FF2B5EF4-FFF2-40B4-BE49-F238E27FC236}">
                  <a16:creationId xmlns:a16="http://schemas.microsoft.com/office/drawing/2014/main" id="{FE02B861-4BC3-4FB6-4A20-1B384CF01300}"/>
                </a:ext>
              </a:extLst>
            </p:cNvPr>
            <p:cNvCxnSpPr>
              <a:cxnSpLocks/>
            </p:cNvCxnSpPr>
            <p:nvPr/>
          </p:nvCxnSpPr>
          <p:spPr>
            <a:xfrm>
              <a:off x="15295712" y="1206779"/>
              <a:ext cx="1738826" cy="0"/>
            </a:xfrm>
            <a:prstGeom prst="straightConnector1">
              <a:avLst/>
            </a:prstGeom>
            <a:ln w="9525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3" name="直線矢印コネクタ 112">
              <a:extLst>
                <a:ext uri="{FF2B5EF4-FFF2-40B4-BE49-F238E27FC236}">
                  <a16:creationId xmlns:a16="http://schemas.microsoft.com/office/drawing/2014/main" id="{A8EDC6A1-F059-CD26-0745-D13B3505BC8A}"/>
                </a:ext>
              </a:extLst>
            </p:cNvPr>
            <p:cNvCxnSpPr>
              <a:cxnSpLocks/>
            </p:cNvCxnSpPr>
            <p:nvPr/>
          </p:nvCxnSpPr>
          <p:spPr>
            <a:xfrm>
              <a:off x="17034533" y="1206789"/>
              <a:ext cx="6672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4" name="コネクタ: カギ線 113">
            <a:extLst>
              <a:ext uri="{FF2B5EF4-FFF2-40B4-BE49-F238E27FC236}">
                <a16:creationId xmlns:a16="http://schemas.microsoft.com/office/drawing/2014/main" id="{005BE71C-FA2E-9433-D537-23C5CBC83E7F}"/>
              </a:ext>
            </a:extLst>
          </p:cNvPr>
          <p:cNvCxnSpPr>
            <a:cxnSpLocks/>
            <a:stCxn id="103" idx="2"/>
            <a:endCxn id="827" idx="2"/>
          </p:cNvCxnSpPr>
          <p:nvPr/>
        </p:nvCxnSpPr>
        <p:spPr>
          <a:xfrm rot="5400000" flipH="1">
            <a:off x="13700722" y="8320642"/>
            <a:ext cx="3023540" cy="10231608"/>
          </a:xfrm>
          <a:prstGeom prst="bentConnector3">
            <a:avLst>
              <a:gd name="adj1" fmla="val -756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テキスト ボックス 114">
            <a:extLst>
              <a:ext uri="{FF2B5EF4-FFF2-40B4-BE49-F238E27FC236}">
                <a16:creationId xmlns:a16="http://schemas.microsoft.com/office/drawing/2014/main" id="{E3E24875-9152-5162-B9BC-84DFB43B5B9D}"/>
              </a:ext>
            </a:extLst>
          </p:cNvPr>
          <p:cNvSpPr txBox="1"/>
          <p:nvPr/>
        </p:nvSpPr>
        <p:spPr>
          <a:xfrm>
            <a:off x="19053095" y="13945878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sp>
        <p:nvSpPr>
          <p:cNvPr id="116" name="正方形/長方形 115">
            <a:extLst>
              <a:ext uri="{FF2B5EF4-FFF2-40B4-BE49-F238E27FC236}">
                <a16:creationId xmlns:a16="http://schemas.microsoft.com/office/drawing/2014/main" id="{A02A192A-AC24-B3C4-E176-73107480BA8A}"/>
              </a:ext>
            </a:extLst>
          </p:cNvPr>
          <p:cNvSpPr/>
          <p:nvPr/>
        </p:nvSpPr>
        <p:spPr>
          <a:xfrm>
            <a:off x="18004696" y="14569436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エラーメッセージを</a:t>
            </a:r>
            <a:endParaRPr lang="en-US" altLang="ja-JP" sz="792" dirty="0"/>
          </a:p>
          <a:p>
            <a:pPr algn="ctr"/>
            <a:r>
              <a:rPr lang="ja-JP" altLang="en-US" sz="792" dirty="0"/>
              <a:t>表示</a:t>
            </a:r>
          </a:p>
        </p:txBody>
      </p:sp>
      <p:cxnSp>
        <p:nvCxnSpPr>
          <p:cNvPr id="120" name="直線コネクタ 119">
            <a:extLst>
              <a:ext uri="{FF2B5EF4-FFF2-40B4-BE49-F238E27FC236}">
                <a16:creationId xmlns:a16="http://schemas.microsoft.com/office/drawing/2014/main" id="{38B1E686-7987-1121-E026-CD8DCF1A83C8}"/>
              </a:ext>
            </a:extLst>
          </p:cNvPr>
          <p:cNvCxnSpPr>
            <a:cxnSpLocks/>
            <a:stCxn id="102" idx="2"/>
          </p:cNvCxnSpPr>
          <p:nvPr/>
        </p:nvCxnSpPr>
        <p:spPr>
          <a:xfrm>
            <a:off x="16905972" y="14375358"/>
            <a:ext cx="5666" cy="4074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矢印コネクタ 123">
            <a:extLst>
              <a:ext uri="{FF2B5EF4-FFF2-40B4-BE49-F238E27FC236}">
                <a16:creationId xmlns:a16="http://schemas.microsoft.com/office/drawing/2014/main" id="{811B0BF6-24B1-B327-DAD6-EA357C845618}"/>
              </a:ext>
            </a:extLst>
          </p:cNvPr>
          <p:cNvCxnSpPr>
            <a:cxnSpLocks/>
            <a:stCxn id="108" idx="2"/>
          </p:cNvCxnSpPr>
          <p:nvPr/>
        </p:nvCxnSpPr>
        <p:spPr>
          <a:xfrm flipH="1">
            <a:off x="18631588" y="14369540"/>
            <a:ext cx="5490" cy="2067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矢印コネクタ 128">
            <a:extLst>
              <a:ext uri="{FF2B5EF4-FFF2-40B4-BE49-F238E27FC236}">
                <a16:creationId xmlns:a16="http://schemas.microsoft.com/office/drawing/2014/main" id="{D30B0FB5-A3E1-6CD5-F17C-0D36D4EA4ACA}"/>
              </a:ext>
            </a:extLst>
          </p:cNvPr>
          <p:cNvCxnSpPr>
            <a:cxnSpLocks/>
            <a:stCxn id="100" idx="3"/>
            <a:endCxn id="102" idx="1"/>
          </p:cNvCxnSpPr>
          <p:nvPr/>
        </p:nvCxnSpPr>
        <p:spPr>
          <a:xfrm>
            <a:off x="15851758" y="14168518"/>
            <a:ext cx="315791" cy="6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矢印コネクタ 132">
            <a:extLst>
              <a:ext uri="{FF2B5EF4-FFF2-40B4-BE49-F238E27FC236}">
                <a16:creationId xmlns:a16="http://schemas.microsoft.com/office/drawing/2014/main" id="{A21D2100-0AAD-C4BA-0DF6-ED72AF1B5F0E}"/>
              </a:ext>
            </a:extLst>
          </p:cNvPr>
          <p:cNvCxnSpPr>
            <a:cxnSpLocks/>
            <a:stCxn id="102" idx="3"/>
            <a:endCxn id="108" idx="1"/>
          </p:cNvCxnSpPr>
          <p:nvPr/>
        </p:nvCxnSpPr>
        <p:spPr>
          <a:xfrm flipV="1">
            <a:off x="17644395" y="14169320"/>
            <a:ext cx="254260" cy="5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四角形: 角を丸くする 138">
            <a:extLst>
              <a:ext uri="{FF2B5EF4-FFF2-40B4-BE49-F238E27FC236}">
                <a16:creationId xmlns:a16="http://schemas.microsoft.com/office/drawing/2014/main" id="{38BAC9B3-939C-9BC9-88B9-82D00B0AFF98}"/>
              </a:ext>
            </a:extLst>
          </p:cNvPr>
          <p:cNvSpPr/>
          <p:nvPr/>
        </p:nvSpPr>
        <p:spPr>
          <a:xfrm>
            <a:off x="9425939" y="17926397"/>
            <a:ext cx="1279184" cy="4004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パスワード変更画面</a:t>
            </a:r>
          </a:p>
        </p:txBody>
      </p:sp>
      <p:sp>
        <p:nvSpPr>
          <p:cNvPr id="140" name="正方形/長方形 139">
            <a:extLst>
              <a:ext uri="{FF2B5EF4-FFF2-40B4-BE49-F238E27FC236}">
                <a16:creationId xmlns:a16="http://schemas.microsoft.com/office/drawing/2014/main" id="{57DA0579-AB68-FEFE-0D06-06F7C435449D}"/>
              </a:ext>
            </a:extLst>
          </p:cNvPr>
          <p:cNvSpPr/>
          <p:nvPr/>
        </p:nvSpPr>
        <p:spPr>
          <a:xfrm>
            <a:off x="14588097" y="17926397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パスワード更新に</a:t>
            </a:r>
            <a:endParaRPr lang="en-US" altLang="ja-JP" sz="792" dirty="0"/>
          </a:p>
          <a:p>
            <a:pPr algn="ctr"/>
            <a:r>
              <a:rPr lang="ja-JP" altLang="en-US" sz="792" dirty="0"/>
              <a:t>必要な情報を入力</a:t>
            </a:r>
          </a:p>
        </p:txBody>
      </p:sp>
      <p:sp>
        <p:nvSpPr>
          <p:cNvPr id="141" name="ひし形 140">
            <a:extLst>
              <a:ext uri="{FF2B5EF4-FFF2-40B4-BE49-F238E27FC236}">
                <a16:creationId xmlns:a16="http://schemas.microsoft.com/office/drawing/2014/main" id="{A725766D-A53D-D935-6D1B-02BD4A6EEA0C}"/>
              </a:ext>
            </a:extLst>
          </p:cNvPr>
          <p:cNvSpPr/>
          <p:nvPr/>
        </p:nvSpPr>
        <p:spPr>
          <a:xfrm>
            <a:off x="16199574" y="17926391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確認</a:t>
            </a:r>
            <a:endParaRPr lang="en-US" altLang="ja-JP" sz="792" dirty="0"/>
          </a:p>
          <a:p>
            <a:pPr algn="ctr"/>
            <a:r>
              <a:rPr lang="ja-JP" altLang="en-US" sz="792" dirty="0"/>
              <a:t>ダイアログ</a:t>
            </a:r>
          </a:p>
        </p:txBody>
      </p:sp>
      <p:sp>
        <p:nvSpPr>
          <p:cNvPr id="142" name="ひし形 141">
            <a:extLst>
              <a:ext uri="{FF2B5EF4-FFF2-40B4-BE49-F238E27FC236}">
                <a16:creationId xmlns:a16="http://schemas.microsoft.com/office/drawing/2014/main" id="{D1BB7B6A-A392-EFAB-B8CD-F545C73DA1F0}"/>
              </a:ext>
            </a:extLst>
          </p:cNvPr>
          <p:cNvSpPr/>
          <p:nvPr/>
        </p:nvSpPr>
        <p:spPr>
          <a:xfrm>
            <a:off x="17909900" y="17926391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入力情報が</a:t>
            </a:r>
            <a:endParaRPr lang="en-US" altLang="ja-JP" sz="792" dirty="0"/>
          </a:p>
          <a:p>
            <a:pPr algn="ctr"/>
            <a:r>
              <a:rPr lang="ja-JP" altLang="en-US" sz="792" dirty="0"/>
              <a:t>正しいか</a:t>
            </a:r>
          </a:p>
        </p:txBody>
      </p:sp>
      <p:sp>
        <p:nvSpPr>
          <p:cNvPr id="143" name="正方形/長方形 142">
            <a:extLst>
              <a:ext uri="{FF2B5EF4-FFF2-40B4-BE49-F238E27FC236}">
                <a16:creationId xmlns:a16="http://schemas.microsoft.com/office/drawing/2014/main" id="{FF1A8135-3CC9-8ACB-AB03-B0ECFF175B1A}"/>
              </a:ext>
            </a:extLst>
          </p:cNvPr>
          <p:cNvSpPr/>
          <p:nvPr/>
        </p:nvSpPr>
        <p:spPr>
          <a:xfrm>
            <a:off x="19720729" y="18499247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パスワード更新完了</a:t>
            </a:r>
          </a:p>
        </p:txBody>
      </p:sp>
      <p:sp>
        <p:nvSpPr>
          <p:cNvPr id="144" name="円柱 143">
            <a:extLst>
              <a:ext uri="{FF2B5EF4-FFF2-40B4-BE49-F238E27FC236}">
                <a16:creationId xmlns:a16="http://schemas.microsoft.com/office/drawing/2014/main" id="{55C20BBA-C83F-274E-766C-155661ED06B1}"/>
              </a:ext>
            </a:extLst>
          </p:cNvPr>
          <p:cNvSpPr/>
          <p:nvPr/>
        </p:nvSpPr>
        <p:spPr>
          <a:xfrm>
            <a:off x="21431052" y="17926391"/>
            <a:ext cx="1279184" cy="40044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システム</a:t>
            </a:r>
          </a:p>
        </p:txBody>
      </p:sp>
      <p:cxnSp>
        <p:nvCxnSpPr>
          <p:cNvPr id="148" name="直線矢印コネクタ 147">
            <a:extLst>
              <a:ext uri="{FF2B5EF4-FFF2-40B4-BE49-F238E27FC236}">
                <a16:creationId xmlns:a16="http://schemas.microsoft.com/office/drawing/2014/main" id="{BD08FADF-DA50-8365-5E09-C1C0AC683380}"/>
              </a:ext>
            </a:extLst>
          </p:cNvPr>
          <p:cNvCxnSpPr>
            <a:cxnSpLocks/>
            <a:endCxn id="143" idx="0"/>
          </p:cNvCxnSpPr>
          <p:nvPr/>
        </p:nvCxnSpPr>
        <p:spPr>
          <a:xfrm>
            <a:off x="20360285" y="18126617"/>
            <a:ext cx="0" cy="372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正方形/長方形 148">
            <a:extLst>
              <a:ext uri="{FF2B5EF4-FFF2-40B4-BE49-F238E27FC236}">
                <a16:creationId xmlns:a16="http://schemas.microsoft.com/office/drawing/2014/main" id="{20E11FA2-9B7D-336A-BE3A-7060CED3B280}"/>
              </a:ext>
            </a:extLst>
          </p:cNvPr>
          <p:cNvSpPr/>
          <p:nvPr/>
        </p:nvSpPr>
        <p:spPr>
          <a:xfrm>
            <a:off x="18004731" y="18499237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エラーメッセージを</a:t>
            </a:r>
            <a:endParaRPr lang="en-US" altLang="ja-JP" sz="792" dirty="0"/>
          </a:p>
          <a:p>
            <a:pPr algn="ctr"/>
            <a:r>
              <a:rPr lang="ja-JP" altLang="en-US" sz="792" dirty="0"/>
              <a:t>表示</a:t>
            </a:r>
          </a:p>
        </p:txBody>
      </p:sp>
      <p:cxnSp>
        <p:nvCxnSpPr>
          <p:cNvPr id="152" name="コネクタ: カギ線 151">
            <a:extLst>
              <a:ext uri="{FF2B5EF4-FFF2-40B4-BE49-F238E27FC236}">
                <a16:creationId xmlns:a16="http://schemas.microsoft.com/office/drawing/2014/main" id="{F729BCD4-B4AF-1B98-B588-D5DD8608BE79}"/>
              </a:ext>
            </a:extLst>
          </p:cNvPr>
          <p:cNvCxnSpPr>
            <a:cxnSpLocks/>
            <a:stCxn id="149" idx="1"/>
            <a:endCxn id="139" idx="2"/>
          </p:cNvCxnSpPr>
          <p:nvPr/>
        </p:nvCxnSpPr>
        <p:spPr>
          <a:xfrm rot="10800000">
            <a:off x="10065531" y="18326837"/>
            <a:ext cx="7939200" cy="3726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線コネクタ 154">
            <a:extLst>
              <a:ext uri="{FF2B5EF4-FFF2-40B4-BE49-F238E27FC236}">
                <a16:creationId xmlns:a16="http://schemas.microsoft.com/office/drawing/2014/main" id="{0A35E447-7F22-FB45-34B0-6ABD7FC49F17}"/>
              </a:ext>
            </a:extLst>
          </p:cNvPr>
          <p:cNvCxnSpPr>
            <a:cxnSpLocks/>
          </p:cNvCxnSpPr>
          <p:nvPr/>
        </p:nvCxnSpPr>
        <p:spPr>
          <a:xfrm>
            <a:off x="16937979" y="18326873"/>
            <a:ext cx="0" cy="372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テキスト ボックス 158">
            <a:extLst>
              <a:ext uri="{FF2B5EF4-FFF2-40B4-BE49-F238E27FC236}">
                <a16:creationId xmlns:a16="http://schemas.microsoft.com/office/drawing/2014/main" id="{585644C8-AD9B-DB24-70C0-59883E6D7D85}"/>
              </a:ext>
            </a:extLst>
          </p:cNvPr>
          <p:cNvSpPr txBox="1"/>
          <p:nvPr/>
        </p:nvSpPr>
        <p:spPr>
          <a:xfrm>
            <a:off x="16943663" y="18271635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sp>
        <p:nvSpPr>
          <p:cNvPr id="163" name="テキスト ボックス 162">
            <a:extLst>
              <a:ext uri="{FF2B5EF4-FFF2-40B4-BE49-F238E27FC236}">
                <a16:creationId xmlns:a16="http://schemas.microsoft.com/office/drawing/2014/main" id="{6AE5DAED-4C5D-5CB6-56B8-3DD80ECFC821}"/>
              </a:ext>
            </a:extLst>
          </p:cNvPr>
          <p:cNvSpPr txBox="1"/>
          <p:nvPr/>
        </p:nvSpPr>
        <p:spPr>
          <a:xfrm>
            <a:off x="18647254" y="18262035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sp>
        <p:nvSpPr>
          <p:cNvPr id="164" name="テキスト ボックス 163">
            <a:extLst>
              <a:ext uri="{FF2B5EF4-FFF2-40B4-BE49-F238E27FC236}">
                <a16:creationId xmlns:a16="http://schemas.microsoft.com/office/drawing/2014/main" id="{59113681-D1B9-D6E9-EE18-8B69EC3E64C2}"/>
              </a:ext>
            </a:extLst>
          </p:cNvPr>
          <p:cNvSpPr txBox="1"/>
          <p:nvPr/>
        </p:nvSpPr>
        <p:spPr>
          <a:xfrm>
            <a:off x="18972953" y="17885107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grpSp>
        <p:nvGrpSpPr>
          <p:cNvPr id="165" name="グループ化 164">
            <a:extLst>
              <a:ext uri="{FF2B5EF4-FFF2-40B4-BE49-F238E27FC236}">
                <a16:creationId xmlns:a16="http://schemas.microsoft.com/office/drawing/2014/main" id="{4C1A7E42-773A-EA95-310C-5FEF69BAD7CE}"/>
              </a:ext>
            </a:extLst>
          </p:cNvPr>
          <p:cNvGrpSpPr/>
          <p:nvPr/>
        </p:nvGrpSpPr>
        <p:grpSpPr>
          <a:xfrm>
            <a:off x="19386767" y="18126600"/>
            <a:ext cx="2042632" cy="22"/>
            <a:chOff x="15295712" y="1206779"/>
            <a:chExt cx="1805544" cy="11"/>
          </a:xfrm>
        </p:grpSpPr>
        <p:cxnSp>
          <p:nvCxnSpPr>
            <p:cNvPr id="166" name="直線矢印コネクタ 165">
              <a:extLst>
                <a:ext uri="{FF2B5EF4-FFF2-40B4-BE49-F238E27FC236}">
                  <a16:creationId xmlns:a16="http://schemas.microsoft.com/office/drawing/2014/main" id="{3F81D578-05D8-EE86-1F08-EC7E2634B0FD}"/>
                </a:ext>
              </a:extLst>
            </p:cNvPr>
            <p:cNvCxnSpPr>
              <a:cxnSpLocks/>
            </p:cNvCxnSpPr>
            <p:nvPr/>
          </p:nvCxnSpPr>
          <p:spPr>
            <a:xfrm>
              <a:off x="15295712" y="1206779"/>
              <a:ext cx="1738826" cy="0"/>
            </a:xfrm>
            <a:prstGeom prst="straightConnector1">
              <a:avLst/>
            </a:prstGeom>
            <a:ln w="9525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7" name="直線矢印コネクタ 166">
              <a:extLst>
                <a:ext uri="{FF2B5EF4-FFF2-40B4-BE49-F238E27FC236}">
                  <a16:creationId xmlns:a16="http://schemas.microsoft.com/office/drawing/2014/main" id="{2805CD60-42EF-1ABA-AD46-363CB8E48056}"/>
                </a:ext>
              </a:extLst>
            </p:cNvPr>
            <p:cNvCxnSpPr>
              <a:cxnSpLocks/>
            </p:cNvCxnSpPr>
            <p:nvPr/>
          </p:nvCxnSpPr>
          <p:spPr>
            <a:xfrm>
              <a:off x="17034533" y="1206789"/>
              <a:ext cx="6672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BD866B94-E8BA-96FB-9569-22DD3CD28D43}"/>
              </a:ext>
            </a:extLst>
          </p:cNvPr>
          <p:cNvCxnSpPr>
            <a:cxnSpLocks/>
            <a:stCxn id="139" idx="3"/>
            <a:endCxn id="140" idx="1"/>
          </p:cNvCxnSpPr>
          <p:nvPr/>
        </p:nvCxnSpPr>
        <p:spPr>
          <a:xfrm>
            <a:off x="10705123" y="18126617"/>
            <a:ext cx="38829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58D7F113-4C3B-8A49-547D-882DA015A714}"/>
              </a:ext>
            </a:extLst>
          </p:cNvPr>
          <p:cNvCxnSpPr>
            <a:cxnSpLocks/>
            <a:stCxn id="140" idx="3"/>
            <a:endCxn id="141" idx="1"/>
          </p:cNvCxnSpPr>
          <p:nvPr/>
        </p:nvCxnSpPr>
        <p:spPr>
          <a:xfrm flipV="1">
            <a:off x="15867281" y="18126611"/>
            <a:ext cx="332293" cy="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コネクタ: カギ線 169">
            <a:extLst>
              <a:ext uri="{FF2B5EF4-FFF2-40B4-BE49-F238E27FC236}">
                <a16:creationId xmlns:a16="http://schemas.microsoft.com/office/drawing/2014/main" id="{0468846D-F947-03AB-1A27-CADCC71253E5}"/>
              </a:ext>
            </a:extLst>
          </p:cNvPr>
          <p:cNvCxnSpPr>
            <a:cxnSpLocks/>
            <a:stCxn id="139" idx="1"/>
            <a:endCxn id="977" idx="2"/>
          </p:cNvCxnSpPr>
          <p:nvPr/>
        </p:nvCxnSpPr>
        <p:spPr>
          <a:xfrm rot="10800000">
            <a:off x="8388787" y="3550535"/>
            <a:ext cx="1037153" cy="1457608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68DE0BFC-328E-83F7-FD22-036BD8368CDA}"/>
              </a:ext>
            </a:extLst>
          </p:cNvPr>
          <p:cNvCxnSpPr>
            <a:cxnSpLocks/>
            <a:stCxn id="142" idx="2"/>
            <a:endCxn id="149" idx="0"/>
          </p:cNvCxnSpPr>
          <p:nvPr/>
        </p:nvCxnSpPr>
        <p:spPr>
          <a:xfrm flipH="1">
            <a:off x="18644323" y="18326831"/>
            <a:ext cx="4000" cy="172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線矢印コネクタ 176">
            <a:extLst>
              <a:ext uri="{FF2B5EF4-FFF2-40B4-BE49-F238E27FC236}">
                <a16:creationId xmlns:a16="http://schemas.microsoft.com/office/drawing/2014/main" id="{87D2DC59-AACD-799E-772F-A51D9C1641CE}"/>
              </a:ext>
            </a:extLst>
          </p:cNvPr>
          <p:cNvCxnSpPr>
            <a:cxnSpLocks/>
            <a:stCxn id="141" idx="3"/>
            <a:endCxn id="142" idx="1"/>
          </p:cNvCxnSpPr>
          <p:nvPr/>
        </p:nvCxnSpPr>
        <p:spPr>
          <a:xfrm>
            <a:off x="17676420" y="18126611"/>
            <a:ext cx="2334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3583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A3B49-F5A6-E3E0-BB5F-0112D0B2E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72D5E9DF-A316-3610-9CF7-594440A59CF7}"/>
              </a:ext>
            </a:extLst>
          </p:cNvPr>
          <p:cNvSpPr/>
          <p:nvPr/>
        </p:nvSpPr>
        <p:spPr>
          <a:xfrm>
            <a:off x="4402592" y="1249721"/>
            <a:ext cx="1279184" cy="4004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ファイル管理</a:t>
            </a:r>
            <a:br>
              <a:rPr lang="ja-JP" altLang="en-US" sz="792" dirty="0"/>
            </a:br>
            <a:r>
              <a:rPr lang="ja-JP" altLang="en-US" sz="792" dirty="0"/>
              <a:t>システムにアクセス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234F2F9-B614-B143-F29B-BB00950E46BC}"/>
              </a:ext>
            </a:extLst>
          </p:cNvPr>
          <p:cNvSpPr/>
          <p:nvPr/>
        </p:nvSpPr>
        <p:spPr>
          <a:xfrm>
            <a:off x="6112924" y="1249719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ログイン画面を</a:t>
            </a:r>
            <a:br>
              <a:rPr lang="ja-JP" altLang="en-US" sz="792" dirty="0"/>
            </a:br>
            <a:r>
              <a:rPr lang="ja-JP" altLang="en-US" sz="792" dirty="0"/>
              <a:t>表示</a:t>
            </a: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74E4405A-B5E5-A915-FA2A-7148BBC1ACA0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5681796" y="1449985"/>
            <a:ext cx="431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C6DCB38-2136-3AB7-58C8-C1FFEB2BAC91}"/>
              </a:ext>
            </a:extLst>
          </p:cNvPr>
          <p:cNvSpPr/>
          <p:nvPr/>
        </p:nvSpPr>
        <p:spPr>
          <a:xfrm>
            <a:off x="7823251" y="1249719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入力情報を受信</a:t>
            </a: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4A78779E-5DB3-817F-592C-C995B32D4529}"/>
              </a:ext>
            </a:extLst>
          </p:cNvPr>
          <p:cNvCxnSpPr>
            <a:stCxn id="5" idx="3"/>
            <a:endCxn id="11" idx="1"/>
          </p:cNvCxnSpPr>
          <p:nvPr/>
        </p:nvCxnSpPr>
        <p:spPr>
          <a:xfrm flipV="1">
            <a:off x="7392127" y="1449985"/>
            <a:ext cx="431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ひし形 14">
            <a:extLst>
              <a:ext uri="{FF2B5EF4-FFF2-40B4-BE49-F238E27FC236}">
                <a16:creationId xmlns:a16="http://schemas.microsoft.com/office/drawing/2014/main" id="{33497808-96EB-EA65-42CD-87D2D228984C}"/>
              </a:ext>
            </a:extLst>
          </p:cNvPr>
          <p:cNvSpPr/>
          <p:nvPr/>
        </p:nvSpPr>
        <p:spPr>
          <a:xfrm>
            <a:off x="9533555" y="1249718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入力情報のチェック</a:t>
            </a: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5A769D93-6B15-8143-1A8A-F58A9DD29F8D}"/>
              </a:ext>
            </a:extLst>
          </p:cNvPr>
          <p:cNvCxnSpPr>
            <a:stCxn id="11" idx="3"/>
          </p:cNvCxnSpPr>
          <p:nvPr/>
        </p:nvCxnSpPr>
        <p:spPr>
          <a:xfrm flipV="1">
            <a:off x="9102453" y="1449984"/>
            <a:ext cx="431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コネクタ: カギ線 23">
            <a:extLst>
              <a:ext uri="{FF2B5EF4-FFF2-40B4-BE49-F238E27FC236}">
                <a16:creationId xmlns:a16="http://schemas.microsoft.com/office/drawing/2014/main" id="{04BC8989-798D-DCE3-1877-4FA50AEE495D}"/>
              </a:ext>
            </a:extLst>
          </p:cNvPr>
          <p:cNvCxnSpPr>
            <a:cxnSpLocks/>
            <a:stCxn id="15" idx="0"/>
            <a:endCxn id="25" idx="3"/>
          </p:cNvCxnSpPr>
          <p:nvPr/>
        </p:nvCxnSpPr>
        <p:spPr>
          <a:xfrm rot="16200000" flipV="1">
            <a:off x="9500172" y="477916"/>
            <a:ext cx="374069" cy="116956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88C15334-4232-7F90-A3E2-22971B50C901}"/>
              </a:ext>
            </a:extLst>
          </p:cNvPr>
          <p:cNvSpPr/>
          <p:nvPr/>
        </p:nvSpPr>
        <p:spPr>
          <a:xfrm>
            <a:off x="7823244" y="675427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エラーメッセージを</a:t>
            </a:r>
            <a:endParaRPr lang="en-US" altLang="ja-JP" sz="792" dirty="0"/>
          </a:p>
          <a:p>
            <a:pPr algn="ctr"/>
            <a:r>
              <a:rPr lang="ja-JP" altLang="en-US" sz="792" dirty="0"/>
              <a:t>表示</a:t>
            </a:r>
          </a:p>
        </p:txBody>
      </p:sp>
      <p:cxnSp>
        <p:nvCxnSpPr>
          <p:cNvPr id="27" name="コネクタ: カギ線 26">
            <a:extLst>
              <a:ext uri="{FF2B5EF4-FFF2-40B4-BE49-F238E27FC236}">
                <a16:creationId xmlns:a16="http://schemas.microsoft.com/office/drawing/2014/main" id="{D363E310-6CE4-CCCB-9162-475CD62951CA}"/>
              </a:ext>
            </a:extLst>
          </p:cNvPr>
          <p:cNvCxnSpPr>
            <a:cxnSpLocks/>
            <a:stCxn id="25" idx="1"/>
            <a:endCxn id="5" idx="0"/>
          </p:cNvCxnSpPr>
          <p:nvPr/>
        </p:nvCxnSpPr>
        <p:spPr>
          <a:xfrm rot="10800000" flipV="1">
            <a:off x="6752513" y="875650"/>
            <a:ext cx="1070732" cy="37407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BC2CC018-A6F5-D8C6-21C2-8C4CE4688B57}"/>
              </a:ext>
            </a:extLst>
          </p:cNvPr>
          <p:cNvSpPr txBox="1"/>
          <p:nvPr/>
        </p:nvSpPr>
        <p:spPr>
          <a:xfrm>
            <a:off x="10271990" y="1062700"/>
            <a:ext cx="462200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792" dirty="0"/>
              <a:t>不正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546DA575-1845-B9A3-12A1-54199C8CCBCD}"/>
              </a:ext>
            </a:extLst>
          </p:cNvPr>
          <p:cNvSpPr txBox="1"/>
          <p:nvPr/>
        </p:nvSpPr>
        <p:spPr>
          <a:xfrm>
            <a:off x="10500090" y="1526570"/>
            <a:ext cx="462200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792" dirty="0"/>
              <a:t>正常</a:t>
            </a:r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FD5309EC-5569-CA6F-A46C-05C602D93A41}"/>
              </a:ext>
            </a:extLst>
          </p:cNvPr>
          <p:cNvSpPr/>
          <p:nvPr/>
        </p:nvSpPr>
        <p:spPr>
          <a:xfrm>
            <a:off x="9632397" y="2171014"/>
            <a:ext cx="1279184" cy="4004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ファイル検索画面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09970B13-FCDE-7415-0BC8-61854FF07E1D}"/>
              </a:ext>
            </a:extLst>
          </p:cNvPr>
          <p:cNvSpPr/>
          <p:nvPr/>
        </p:nvSpPr>
        <p:spPr>
          <a:xfrm>
            <a:off x="11342724" y="2171014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ファイル検索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C18D0A5B-4EB4-85CF-DE8B-6EE55F46130F}"/>
              </a:ext>
            </a:extLst>
          </p:cNvPr>
          <p:cNvSpPr/>
          <p:nvPr/>
        </p:nvSpPr>
        <p:spPr>
          <a:xfrm>
            <a:off x="13053047" y="2171014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検索結果表示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08C8CF7E-57A4-5F66-318B-A237C0149822}"/>
              </a:ext>
            </a:extLst>
          </p:cNvPr>
          <p:cNvSpPr/>
          <p:nvPr/>
        </p:nvSpPr>
        <p:spPr>
          <a:xfrm>
            <a:off x="14763373" y="2171014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792" dirty="0"/>
              <a:t>『</a:t>
            </a:r>
            <a:r>
              <a:rPr lang="ja-JP" altLang="en-US" sz="792" dirty="0"/>
              <a:t>ファイル名</a:t>
            </a:r>
            <a:r>
              <a:rPr lang="en-US" altLang="ja-JP" sz="792" dirty="0"/>
              <a:t>』</a:t>
            </a:r>
            <a:r>
              <a:rPr lang="en-US" altLang="ja-JP" sz="792" dirty="0" err="1"/>
              <a:t>or『DL</a:t>
            </a:r>
            <a:r>
              <a:rPr lang="en-US" altLang="ja-JP" sz="792" dirty="0"/>
              <a:t>』</a:t>
            </a:r>
            <a:r>
              <a:rPr lang="ja-JP" altLang="en-US" sz="792" dirty="0"/>
              <a:t>ボタン押下</a:t>
            </a: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BF9C7B7E-EE51-39FB-4DE2-AA04FADAC51F}"/>
              </a:ext>
            </a:extLst>
          </p:cNvPr>
          <p:cNvSpPr/>
          <p:nvPr/>
        </p:nvSpPr>
        <p:spPr>
          <a:xfrm>
            <a:off x="16473702" y="2171014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ファイルダウンロード</a:t>
            </a:r>
          </a:p>
        </p:txBody>
      </p:sp>
      <p:cxnSp>
        <p:nvCxnSpPr>
          <p:cNvPr id="54" name="コネクタ: カギ線 53">
            <a:extLst>
              <a:ext uri="{FF2B5EF4-FFF2-40B4-BE49-F238E27FC236}">
                <a16:creationId xmlns:a16="http://schemas.microsoft.com/office/drawing/2014/main" id="{AB59F708-1282-42C1-5F06-B13ABD08774C}"/>
              </a:ext>
            </a:extLst>
          </p:cNvPr>
          <p:cNvCxnSpPr>
            <a:cxnSpLocks/>
            <a:stCxn id="52" idx="0"/>
            <a:endCxn id="32" idx="0"/>
          </p:cNvCxnSpPr>
          <p:nvPr/>
        </p:nvCxnSpPr>
        <p:spPr>
          <a:xfrm rot="16200000" flipV="1">
            <a:off x="13692642" y="-1249639"/>
            <a:ext cx="12700" cy="6841305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5FBDC8AF-B582-6204-4956-064F1B0E9577}"/>
              </a:ext>
            </a:extLst>
          </p:cNvPr>
          <p:cNvCxnSpPr>
            <a:cxnSpLocks/>
            <a:endCxn id="49" idx="1"/>
          </p:cNvCxnSpPr>
          <p:nvPr/>
        </p:nvCxnSpPr>
        <p:spPr>
          <a:xfrm flipV="1">
            <a:off x="10911597" y="2371289"/>
            <a:ext cx="431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DA385D8C-4E14-553C-0879-38EF5636FAA6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>
            <a:off x="12621923" y="2371228"/>
            <a:ext cx="4311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07A2D6D8-B935-2B0B-E99C-B1AECE86B05B}"/>
              </a:ext>
            </a:extLst>
          </p:cNvPr>
          <p:cNvCxnSpPr>
            <a:cxnSpLocks/>
            <a:stCxn id="50" idx="3"/>
            <a:endCxn id="51" idx="1"/>
          </p:cNvCxnSpPr>
          <p:nvPr/>
        </p:nvCxnSpPr>
        <p:spPr>
          <a:xfrm flipV="1">
            <a:off x="14332250" y="2371287"/>
            <a:ext cx="431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矢印コネクタ 63">
            <a:extLst>
              <a:ext uri="{FF2B5EF4-FFF2-40B4-BE49-F238E27FC236}">
                <a16:creationId xmlns:a16="http://schemas.microsoft.com/office/drawing/2014/main" id="{D871B239-535F-3C61-5A7B-C2D15509246F}"/>
              </a:ext>
            </a:extLst>
          </p:cNvPr>
          <p:cNvCxnSpPr>
            <a:cxnSpLocks/>
            <a:stCxn id="51" idx="3"/>
            <a:endCxn id="52" idx="1"/>
          </p:cNvCxnSpPr>
          <p:nvPr/>
        </p:nvCxnSpPr>
        <p:spPr>
          <a:xfrm>
            <a:off x="16042578" y="2371225"/>
            <a:ext cx="4311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正方形/長方形 123">
            <a:extLst>
              <a:ext uri="{FF2B5EF4-FFF2-40B4-BE49-F238E27FC236}">
                <a16:creationId xmlns:a16="http://schemas.microsoft.com/office/drawing/2014/main" id="{8837E73C-BBEC-DD2E-9F56-F3F0BC3CA3DE}"/>
              </a:ext>
            </a:extLst>
          </p:cNvPr>
          <p:cNvSpPr/>
          <p:nvPr/>
        </p:nvSpPr>
        <p:spPr>
          <a:xfrm>
            <a:off x="16473701" y="6924496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所属登録に</a:t>
            </a:r>
            <a:endParaRPr lang="en-US" altLang="ja-JP" sz="792" dirty="0"/>
          </a:p>
          <a:p>
            <a:pPr algn="ctr"/>
            <a:r>
              <a:rPr lang="ja-JP" altLang="en-US" sz="792" dirty="0"/>
              <a:t>必要な情報を入力</a:t>
            </a:r>
          </a:p>
        </p:txBody>
      </p:sp>
      <p:sp>
        <p:nvSpPr>
          <p:cNvPr id="125" name="正方形/長方形 124">
            <a:extLst>
              <a:ext uri="{FF2B5EF4-FFF2-40B4-BE49-F238E27FC236}">
                <a16:creationId xmlns:a16="http://schemas.microsoft.com/office/drawing/2014/main" id="{EB275257-B726-0A26-A4F4-59325EBE5A30}"/>
              </a:ext>
            </a:extLst>
          </p:cNvPr>
          <p:cNvSpPr/>
          <p:nvPr/>
        </p:nvSpPr>
        <p:spPr>
          <a:xfrm>
            <a:off x="14763372" y="6924496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所属登録画面</a:t>
            </a:r>
          </a:p>
        </p:txBody>
      </p:sp>
      <p:sp>
        <p:nvSpPr>
          <p:cNvPr id="126" name="正方形/長方形 125">
            <a:extLst>
              <a:ext uri="{FF2B5EF4-FFF2-40B4-BE49-F238E27FC236}">
                <a16:creationId xmlns:a16="http://schemas.microsoft.com/office/drawing/2014/main" id="{6B62E9A1-0A74-9A26-D752-F68492EB2667}"/>
              </a:ext>
            </a:extLst>
          </p:cNvPr>
          <p:cNvSpPr/>
          <p:nvPr/>
        </p:nvSpPr>
        <p:spPr>
          <a:xfrm>
            <a:off x="13053049" y="6924496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792" dirty="0"/>
              <a:t>『</a:t>
            </a:r>
            <a:r>
              <a:rPr lang="ja-JP" altLang="en-US" sz="792" dirty="0"/>
              <a:t>登録</a:t>
            </a:r>
            <a:r>
              <a:rPr lang="en-US" altLang="ja-JP" sz="792" dirty="0"/>
              <a:t>』</a:t>
            </a:r>
            <a:r>
              <a:rPr lang="ja-JP" altLang="en-US" sz="792" dirty="0"/>
              <a:t>ボタン押下</a:t>
            </a:r>
          </a:p>
        </p:txBody>
      </p:sp>
      <p:sp>
        <p:nvSpPr>
          <p:cNvPr id="127" name="四角形: 角を丸くする 126">
            <a:extLst>
              <a:ext uri="{FF2B5EF4-FFF2-40B4-BE49-F238E27FC236}">
                <a16:creationId xmlns:a16="http://schemas.microsoft.com/office/drawing/2014/main" id="{777C4FAF-0D78-F535-9C9B-E3ECE8CE42AF}"/>
              </a:ext>
            </a:extLst>
          </p:cNvPr>
          <p:cNvSpPr/>
          <p:nvPr/>
        </p:nvSpPr>
        <p:spPr>
          <a:xfrm>
            <a:off x="11342718" y="6924496"/>
            <a:ext cx="1279184" cy="4004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所属管理画面</a:t>
            </a:r>
          </a:p>
        </p:txBody>
      </p:sp>
      <p:sp>
        <p:nvSpPr>
          <p:cNvPr id="130" name="ひし形 129">
            <a:extLst>
              <a:ext uri="{FF2B5EF4-FFF2-40B4-BE49-F238E27FC236}">
                <a16:creationId xmlns:a16="http://schemas.microsoft.com/office/drawing/2014/main" id="{C2EE4588-8121-5664-8925-28F3C47263AD}"/>
              </a:ext>
            </a:extLst>
          </p:cNvPr>
          <p:cNvSpPr/>
          <p:nvPr/>
        </p:nvSpPr>
        <p:spPr>
          <a:xfrm>
            <a:off x="18085171" y="6924496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確認</a:t>
            </a:r>
            <a:endParaRPr lang="en-US" altLang="ja-JP" sz="792" dirty="0"/>
          </a:p>
          <a:p>
            <a:pPr algn="ctr"/>
            <a:r>
              <a:rPr lang="ja-JP" altLang="en-US" sz="792" dirty="0"/>
              <a:t>ダイアログ</a:t>
            </a:r>
          </a:p>
        </p:txBody>
      </p:sp>
      <p:sp>
        <p:nvSpPr>
          <p:cNvPr id="131" name="ひし形 130">
            <a:extLst>
              <a:ext uri="{FF2B5EF4-FFF2-40B4-BE49-F238E27FC236}">
                <a16:creationId xmlns:a16="http://schemas.microsoft.com/office/drawing/2014/main" id="{4B18D54F-6423-4DC9-D358-276367CC5D28}"/>
              </a:ext>
            </a:extLst>
          </p:cNvPr>
          <p:cNvSpPr/>
          <p:nvPr/>
        </p:nvSpPr>
        <p:spPr>
          <a:xfrm>
            <a:off x="19795495" y="6924491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入力情報が</a:t>
            </a:r>
            <a:endParaRPr lang="en-US" altLang="ja-JP" sz="792" dirty="0"/>
          </a:p>
          <a:p>
            <a:pPr algn="ctr"/>
            <a:r>
              <a:rPr lang="ja-JP" altLang="en-US" sz="792" dirty="0"/>
              <a:t>正しいか</a:t>
            </a:r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27FC3ABE-88F9-2A25-7CE1-4536861011FC}"/>
              </a:ext>
            </a:extLst>
          </p:cNvPr>
          <p:cNvSpPr/>
          <p:nvPr/>
        </p:nvSpPr>
        <p:spPr>
          <a:xfrm>
            <a:off x="21606324" y="7497343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所属登録完了</a:t>
            </a:r>
          </a:p>
        </p:txBody>
      </p:sp>
      <p:sp>
        <p:nvSpPr>
          <p:cNvPr id="135" name="円柱 134">
            <a:extLst>
              <a:ext uri="{FF2B5EF4-FFF2-40B4-BE49-F238E27FC236}">
                <a16:creationId xmlns:a16="http://schemas.microsoft.com/office/drawing/2014/main" id="{EEB58335-35E0-F6D0-5F25-CE762B8E164C}"/>
              </a:ext>
            </a:extLst>
          </p:cNvPr>
          <p:cNvSpPr/>
          <p:nvPr/>
        </p:nvSpPr>
        <p:spPr>
          <a:xfrm>
            <a:off x="23316651" y="6924490"/>
            <a:ext cx="1279184" cy="40044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システム</a:t>
            </a:r>
          </a:p>
        </p:txBody>
      </p:sp>
      <p:cxnSp>
        <p:nvCxnSpPr>
          <p:cNvPr id="139" name="直線矢印コネクタ 138">
            <a:extLst>
              <a:ext uri="{FF2B5EF4-FFF2-40B4-BE49-F238E27FC236}">
                <a16:creationId xmlns:a16="http://schemas.microsoft.com/office/drawing/2014/main" id="{82688062-FD1F-90D6-01C4-50A8CABE519C}"/>
              </a:ext>
            </a:extLst>
          </p:cNvPr>
          <p:cNvCxnSpPr>
            <a:cxnSpLocks/>
            <a:endCxn id="133" idx="0"/>
          </p:cNvCxnSpPr>
          <p:nvPr/>
        </p:nvCxnSpPr>
        <p:spPr>
          <a:xfrm>
            <a:off x="22245883" y="7124711"/>
            <a:ext cx="0" cy="372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1DA9797D-A6F2-234F-78ED-C2C35661E45C}"/>
              </a:ext>
            </a:extLst>
          </p:cNvPr>
          <p:cNvSpPr/>
          <p:nvPr/>
        </p:nvSpPr>
        <p:spPr>
          <a:xfrm>
            <a:off x="19890327" y="7497336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エラーメッセージを</a:t>
            </a:r>
            <a:endParaRPr lang="en-US" altLang="ja-JP" sz="792" dirty="0"/>
          </a:p>
          <a:p>
            <a:pPr algn="ctr"/>
            <a:r>
              <a:rPr lang="ja-JP" altLang="en-US" sz="792" dirty="0"/>
              <a:t>表示</a:t>
            </a:r>
          </a:p>
        </p:txBody>
      </p: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1D53F063-4F06-113F-BA55-E234BC8DFF6A}"/>
              </a:ext>
            </a:extLst>
          </p:cNvPr>
          <p:cNvCxnSpPr>
            <a:cxnSpLocks/>
            <a:stCxn id="141" idx="1"/>
            <a:endCxn id="125" idx="2"/>
          </p:cNvCxnSpPr>
          <p:nvPr/>
        </p:nvCxnSpPr>
        <p:spPr>
          <a:xfrm rot="10800000">
            <a:off x="15402966" y="7324961"/>
            <a:ext cx="4487366" cy="3726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コネクタ 142">
            <a:extLst>
              <a:ext uri="{FF2B5EF4-FFF2-40B4-BE49-F238E27FC236}">
                <a16:creationId xmlns:a16="http://schemas.microsoft.com/office/drawing/2014/main" id="{0BCC54E0-5A28-F671-C0B1-66EDDF3960FA}"/>
              </a:ext>
            </a:extLst>
          </p:cNvPr>
          <p:cNvCxnSpPr>
            <a:cxnSpLocks/>
          </p:cNvCxnSpPr>
          <p:nvPr/>
        </p:nvCxnSpPr>
        <p:spPr>
          <a:xfrm>
            <a:off x="18823579" y="7324972"/>
            <a:ext cx="0" cy="372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矢印コネクタ 143">
            <a:extLst>
              <a:ext uri="{FF2B5EF4-FFF2-40B4-BE49-F238E27FC236}">
                <a16:creationId xmlns:a16="http://schemas.microsoft.com/office/drawing/2014/main" id="{92A98EC6-4515-C511-93C0-DB8B29D7A9E4}"/>
              </a:ext>
            </a:extLst>
          </p:cNvPr>
          <p:cNvCxnSpPr>
            <a:cxnSpLocks/>
            <a:endCxn id="141" idx="0"/>
          </p:cNvCxnSpPr>
          <p:nvPr/>
        </p:nvCxnSpPr>
        <p:spPr>
          <a:xfrm>
            <a:off x="20529885" y="7324963"/>
            <a:ext cx="0" cy="172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線矢印コネクタ 147">
            <a:extLst>
              <a:ext uri="{FF2B5EF4-FFF2-40B4-BE49-F238E27FC236}">
                <a16:creationId xmlns:a16="http://schemas.microsoft.com/office/drawing/2014/main" id="{34889FB6-A4CA-D52A-FB80-A6BD931F3535}"/>
              </a:ext>
            </a:extLst>
          </p:cNvPr>
          <p:cNvCxnSpPr>
            <a:cxnSpLocks/>
            <a:endCxn id="126" idx="1"/>
          </p:cNvCxnSpPr>
          <p:nvPr/>
        </p:nvCxnSpPr>
        <p:spPr>
          <a:xfrm>
            <a:off x="12621923" y="7124765"/>
            <a:ext cx="431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矢印コネクタ 148">
            <a:extLst>
              <a:ext uri="{FF2B5EF4-FFF2-40B4-BE49-F238E27FC236}">
                <a16:creationId xmlns:a16="http://schemas.microsoft.com/office/drawing/2014/main" id="{32CCC6A6-5F92-41D8-02EA-9254745639BC}"/>
              </a:ext>
            </a:extLst>
          </p:cNvPr>
          <p:cNvCxnSpPr>
            <a:cxnSpLocks/>
            <a:stCxn id="126" idx="3"/>
            <a:endCxn id="125" idx="1"/>
          </p:cNvCxnSpPr>
          <p:nvPr/>
        </p:nvCxnSpPr>
        <p:spPr>
          <a:xfrm>
            <a:off x="14332250" y="7124765"/>
            <a:ext cx="431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線矢印コネクタ 151">
            <a:extLst>
              <a:ext uri="{FF2B5EF4-FFF2-40B4-BE49-F238E27FC236}">
                <a16:creationId xmlns:a16="http://schemas.microsoft.com/office/drawing/2014/main" id="{03C39034-52C4-5981-835F-95307747BF8D}"/>
              </a:ext>
            </a:extLst>
          </p:cNvPr>
          <p:cNvCxnSpPr>
            <a:cxnSpLocks/>
            <a:stCxn id="125" idx="3"/>
            <a:endCxn id="124" idx="1"/>
          </p:cNvCxnSpPr>
          <p:nvPr/>
        </p:nvCxnSpPr>
        <p:spPr>
          <a:xfrm>
            <a:off x="16042578" y="7124710"/>
            <a:ext cx="4311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線矢印コネクタ 154">
            <a:extLst>
              <a:ext uri="{FF2B5EF4-FFF2-40B4-BE49-F238E27FC236}">
                <a16:creationId xmlns:a16="http://schemas.microsoft.com/office/drawing/2014/main" id="{03A06882-B902-A9F9-048D-4540B8F475FD}"/>
              </a:ext>
            </a:extLst>
          </p:cNvPr>
          <p:cNvCxnSpPr>
            <a:cxnSpLocks/>
            <a:stCxn id="124" idx="3"/>
            <a:endCxn id="130" idx="1"/>
          </p:cNvCxnSpPr>
          <p:nvPr/>
        </p:nvCxnSpPr>
        <p:spPr>
          <a:xfrm flipV="1">
            <a:off x="17752910" y="7124747"/>
            <a:ext cx="332311" cy="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線矢印コネクタ 158">
            <a:extLst>
              <a:ext uri="{FF2B5EF4-FFF2-40B4-BE49-F238E27FC236}">
                <a16:creationId xmlns:a16="http://schemas.microsoft.com/office/drawing/2014/main" id="{A131978B-6833-6DC2-4924-6387FCFBA804}"/>
              </a:ext>
            </a:extLst>
          </p:cNvPr>
          <p:cNvCxnSpPr>
            <a:cxnSpLocks/>
            <a:stCxn id="130" idx="3"/>
            <a:endCxn id="131" idx="1"/>
          </p:cNvCxnSpPr>
          <p:nvPr/>
        </p:nvCxnSpPr>
        <p:spPr>
          <a:xfrm flipV="1">
            <a:off x="19562004" y="7124765"/>
            <a:ext cx="2334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四角形: 角を丸くする 164">
            <a:extLst>
              <a:ext uri="{FF2B5EF4-FFF2-40B4-BE49-F238E27FC236}">
                <a16:creationId xmlns:a16="http://schemas.microsoft.com/office/drawing/2014/main" id="{9DCD33AC-E2B9-AC8D-9637-33358D5A5F34}"/>
              </a:ext>
            </a:extLst>
          </p:cNvPr>
          <p:cNvSpPr/>
          <p:nvPr/>
        </p:nvSpPr>
        <p:spPr>
          <a:xfrm>
            <a:off x="13055492" y="8144622"/>
            <a:ext cx="1279184" cy="4004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データを選択して</a:t>
            </a:r>
            <a:endParaRPr lang="en-US" altLang="ja-JP" sz="792" dirty="0"/>
          </a:p>
          <a:p>
            <a:pPr algn="ctr"/>
            <a:r>
              <a:rPr lang="en-US" altLang="ja-JP" sz="792" dirty="0"/>
              <a:t>『</a:t>
            </a:r>
            <a:r>
              <a:rPr lang="ja-JP" altLang="en-US" sz="792" dirty="0"/>
              <a:t>更新</a:t>
            </a:r>
            <a:r>
              <a:rPr lang="en-US" altLang="ja-JP" sz="792" dirty="0"/>
              <a:t>』</a:t>
            </a:r>
            <a:r>
              <a:rPr lang="ja-JP" altLang="en-US" sz="792" dirty="0"/>
              <a:t>ボタン押下</a:t>
            </a:r>
          </a:p>
        </p:txBody>
      </p:sp>
      <p:cxnSp>
        <p:nvCxnSpPr>
          <p:cNvPr id="180" name="直線矢印コネクタ 179">
            <a:extLst>
              <a:ext uri="{FF2B5EF4-FFF2-40B4-BE49-F238E27FC236}">
                <a16:creationId xmlns:a16="http://schemas.microsoft.com/office/drawing/2014/main" id="{113D8B9B-F5E6-3BC4-D98D-AE1F2E6EE28A}"/>
              </a:ext>
            </a:extLst>
          </p:cNvPr>
          <p:cNvCxnSpPr>
            <a:cxnSpLocks/>
          </p:cNvCxnSpPr>
          <p:nvPr/>
        </p:nvCxnSpPr>
        <p:spPr>
          <a:xfrm>
            <a:off x="14334692" y="8344895"/>
            <a:ext cx="431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コネクタ: カギ線 186">
            <a:extLst>
              <a:ext uri="{FF2B5EF4-FFF2-40B4-BE49-F238E27FC236}">
                <a16:creationId xmlns:a16="http://schemas.microsoft.com/office/drawing/2014/main" id="{8B6821DC-D30B-8B53-10D3-A717B8633755}"/>
              </a:ext>
            </a:extLst>
          </p:cNvPr>
          <p:cNvCxnSpPr>
            <a:cxnSpLocks/>
            <a:stCxn id="127" idx="2"/>
            <a:endCxn id="165" idx="1"/>
          </p:cNvCxnSpPr>
          <p:nvPr/>
        </p:nvCxnSpPr>
        <p:spPr>
          <a:xfrm rot="16200000" flipH="1">
            <a:off x="12008948" y="7298298"/>
            <a:ext cx="1019906" cy="107318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テキスト ボックス 219">
            <a:extLst>
              <a:ext uri="{FF2B5EF4-FFF2-40B4-BE49-F238E27FC236}">
                <a16:creationId xmlns:a16="http://schemas.microsoft.com/office/drawing/2014/main" id="{AD9BD421-39F5-5809-37C2-83E341F17B45}"/>
              </a:ext>
            </a:extLst>
          </p:cNvPr>
          <p:cNvSpPr txBox="1"/>
          <p:nvPr/>
        </p:nvSpPr>
        <p:spPr>
          <a:xfrm>
            <a:off x="20538165" y="7260125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sp>
        <p:nvSpPr>
          <p:cNvPr id="221" name="テキスト ボックス 220">
            <a:extLst>
              <a:ext uri="{FF2B5EF4-FFF2-40B4-BE49-F238E27FC236}">
                <a16:creationId xmlns:a16="http://schemas.microsoft.com/office/drawing/2014/main" id="{4785CF9C-DD0A-7B00-C8EE-8DFE63FD88AE}"/>
              </a:ext>
            </a:extLst>
          </p:cNvPr>
          <p:cNvSpPr txBox="1"/>
          <p:nvPr/>
        </p:nvSpPr>
        <p:spPr>
          <a:xfrm>
            <a:off x="19153540" y="6883200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sp>
        <p:nvSpPr>
          <p:cNvPr id="222" name="テキスト ボックス 221">
            <a:extLst>
              <a:ext uri="{FF2B5EF4-FFF2-40B4-BE49-F238E27FC236}">
                <a16:creationId xmlns:a16="http://schemas.microsoft.com/office/drawing/2014/main" id="{CD977F97-562F-676C-A5A4-A44B94243164}"/>
              </a:ext>
            </a:extLst>
          </p:cNvPr>
          <p:cNvSpPr txBox="1"/>
          <p:nvPr/>
        </p:nvSpPr>
        <p:spPr>
          <a:xfrm>
            <a:off x="18824661" y="7238447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grpSp>
        <p:nvGrpSpPr>
          <p:cNvPr id="247" name="グループ化 246">
            <a:extLst>
              <a:ext uri="{FF2B5EF4-FFF2-40B4-BE49-F238E27FC236}">
                <a16:creationId xmlns:a16="http://schemas.microsoft.com/office/drawing/2014/main" id="{F8F9240F-8601-0405-A50E-17D4045E47CA}"/>
              </a:ext>
            </a:extLst>
          </p:cNvPr>
          <p:cNvGrpSpPr/>
          <p:nvPr/>
        </p:nvGrpSpPr>
        <p:grpSpPr>
          <a:xfrm>
            <a:off x="21272366" y="7126010"/>
            <a:ext cx="2042632" cy="22"/>
            <a:chOff x="15295712" y="1206779"/>
            <a:chExt cx="1805544" cy="11"/>
          </a:xfrm>
        </p:grpSpPr>
        <p:cxnSp>
          <p:nvCxnSpPr>
            <p:cNvPr id="248" name="直線矢印コネクタ 247">
              <a:extLst>
                <a:ext uri="{FF2B5EF4-FFF2-40B4-BE49-F238E27FC236}">
                  <a16:creationId xmlns:a16="http://schemas.microsoft.com/office/drawing/2014/main" id="{454BCE51-9DFB-34B7-F3FD-C89EFE8B05CC}"/>
                </a:ext>
              </a:extLst>
            </p:cNvPr>
            <p:cNvCxnSpPr>
              <a:cxnSpLocks/>
            </p:cNvCxnSpPr>
            <p:nvPr/>
          </p:nvCxnSpPr>
          <p:spPr>
            <a:xfrm>
              <a:off x="15295712" y="1206779"/>
              <a:ext cx="1738826" cy="0"/>
            </a:xfrm>
            <a:prstGeom prst="straightConnector1">
              <a:avLst/>
            </a:prstGeom>
            <a:ln w="9525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49" name="直線矢印コネクタ 248">
              <a:extLst>
                <a:ext uri="{FF2B5EF4-FFF2-40B4-BE49-F238E27FC236}">
                  <a16:creationId xmlns:a16="http://schemas.microsoft.com/office/drawing/2014/main" id="{C82D6C8B-066A-83E0-4BAC-10C97C89923F}"/>
                </a:ext>
              </a:extLst>
            </p:cNvPr>
            <p:cNvCxnSpPr>
              <a:cxnSpLocks/>
            </p:cNvCxnSpPr>
            <p:nvPr/>
          </p:nvCxnSpPr>
          <p:spPr>
            <a:xfrm>
              <a:off x="17034533" y="1206789"/>
              <a:ext cx="6672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4" name="グループ化 463">
            <a:extLst>
              <a:ext uri="{FF2B5EF4-FFF2-40B4-BE49-F238E27FC236}">
                <a16:creationId xmlns:a16="http://schemas.microsoft.com/office/drawing/2014/main" id="{D6211457-9096-9CF9-0AA2-83FDF674CB07}"/>
              </a:ext>
            </a:extLst>
          </p:cNvPr>
          <p:cNvGrpSpPr/>
          <p:nvPr/>
        </p:nvGrpSpPr>
        <p:grpSpPr>
          <a:xfrm>
            <a:off x="363002" y="1690850"/>
            <a:ext cx="1745699" cy="3282690"/>
            <a:chOff x="318656" y="1592444"/>
            <a:chExt cx="1745699" cy="3282690"/>
          </a:xfrm>
        </p:grpSpPr>
        <p:sp>
          <p:nvSpPr>
            <p:cNvPr id="235" name="正方形/長方形 234">
              <a:extLst>
                <a:ext uri="{FF2B5EF4-FFF2-40B4-BE49-F238E27FC236}">
                  <a16:creationId xmlns:a16="http://schemas.microsoft.com/office/drawing/2014/main" id="{DA56C303-D0FF-13ED-B08D-9384A21725D1}"/>
                </a:ext>
              </a:extLst>
            </p:cNvPr>
            <p:cNvSpPr/>
            <p:nvPr/>
          </p:nvSpPr>
          <p:spPr>
            <a:xfrm>
              <a:off x="318656" y="1592444"/>
              <a:ext cx="1745699" cy="328269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2747" dirty="0"/>
            </a:p>
          </p:txBody>
        </p:sp>
        <p:sp>
          <p:nvSpPr>
            <p:cNvPr id="237" name="四角形: 角を丸くする 236">
              <a:extLst>
                <a:ext uri="{FF2B5EF4-FFF2-40B4-BE49-F238E27FC236}">
                  <a16:creationId xmlns:a16="http://schemas.microsoft.com/office/drawing/2014/main" id="{2A034C2F-03A4-2569-DA4F-E4F3B0EBC1D9}"/>
                </a:ext>
              </a:extLst>
            </p:cNvPr>
            <p:cNvSpPr/>
            <p:nvPr/>
          </p:nvSpPr>
          <p:spPr>
            <a:xfrm>
              <a:off x="544697" y="1764841"/>
              <a:ext cx="1279184" cy="40044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792" dirty="0"/>
                <a:t>端子</a:t>
              </a:r>
            </a:p>
          </p:txBody>
        </p:sp>
        <p:sp>
          <p:nvSpPr>
            <p:cNvPr id="238" name="正方形/長方形 237">
              <a:extLst>
                <a:ext uri="{FF2B5EF4-FFF2-40B4-BE49-F238E27FC236}">
                  <a16:creationId xmlns:a16="http://schemas.microsoft.com/office/drawing/2014/main" id="{11FAAD19-45B4-C636-4437-7537E26F944F}"/>
                </a:ext>
              </a:extLst>
            </p:cNvPr>
            <p:cNvSpPr/>
            <p:nvPr/>
          </p:nvSpPr>
          <p:spPr>
            <a:xfrm>
              <a:off x="544697" y="2337690"/>
              <a:ext cx="1279184" cy="40044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792" dirty="0"/>
                <a:t>処理</a:t>
              </a:r>
            </a:p>
          </p:txBody>
        </p:sp>
        <p:sp>
          <p:nvSpPr>
            <p:cNvPr id="239" name="ひし形 238">
              <a:extLst>
                <a:ext uri="{FF2B5EF4-FFF2-40B4-BE49-F238E27FC236}">
                  <a16:creationId xmlns:a16="http://schemas.microsoft.com/office/drawing/2014/main" id="{0492B758-2989-AEEF-57CE-616253FA54F8}"/>
                </a:ext>
              </a:extLst>
            </p:cNvPr>
            <p:cNvSpPr/>
            <p:nvPr/>
          </p:nvSpPr>
          <p:spPr>
            <a:xfrm>
              <a:off x="456930" y="2910541"/>
              <a:ext cx="1476847" cy="400440"/>
            </a:xfrm>
            <a:prstGeom prst="diamon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792" dirty="0"/>
                <a:t>判定</a:t>
              </a:r>
            </a:p>
          </p:txBody>
        </p:sp>
        <p:sp>
          <p:nvSpPr>
            <p:cNvPr id="240" name="円柱 239">
              <a:extLst>
                <a:ext uri="{FF2B5EF4-FFF2-40B4-BE49-F238E27FC236}">
                  <a16:creationId xmlns:a16="http://schemas.microsoft.com/office/drawing/2014/main" id="{06454236-FF1A-4F42-73A1-AF2D6BCDBBA6}"/>
                </a:ext>
              </a:extLst>
            </p:cNvPr>
            <p:cNvSpPr/>
            <p:nvPr/>
          </p:nvSpPr>
          <p:spPr>
            <a:xfrm>
              <a:off x="555765" y="3483383"/>
              <a:ext cx="1279184" cy="400440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792" dirty="0"/>
                <a:t>システム</a:t>
              </a:r>
            </a:p>
          </p:txBody>
        </p:sp>
        <p:cxnSp>
          <p:nvCxnSpPr>
            <p:cNvPr id="242" name="直線矢印コネクタ 241">
              <a:extLst>
                <a:ext uri="{FF2B5EF4-FFF2-40B4-BE49-F238E27FC236}">
                  <a16:creationId xmlns:a16="http://schemas.microsoft.com/office/drawing/2014/main" id="{15F46B7C-0F0C-4F59-991D-0F200BA5D882}"/>
                </a:ext>
              </a:extLst>
            </p:cNvPr>
            <p:cNvCxnSpPr/>
            <p:nvPr/>
          </p:nvCxnSpPr>
          <p:spPr>
            <a:xfrm>
              <a:off x="546656" y="4225203"/>
              <a:ext cx="132673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3" name="グループ化 252">
              <a:extLst>
                <a:ext uri="{FF2B5EF4-FFF2-40B4-BE49-F238E27FC236}">
                  <a16:creationId xmlns:a16="http://schemas.microsoft.com/office/drawing/2014/main" id="{BE1BDC33-381D-D799-B816-D2430B18D712}"/>
                </a:ext>
              </a:extLst>
            </p:cNvPr>
            <p:cNvGrpSpPr/>
            <p:nvPr/>
          </p:nvGrpSpPr>
          <p:grpSpPr>
            <a:xfrm>
              <a:off x="551842" y="4531878"/>
              <a:ext cx="1324729" cy="22"/>
              <a:chOff x="15930288" y="1206779"/>
              <a:chExt cx="1170968" cy="11"/>
            </a:xfrm>
          </p:grpSpPr>
          <p:cxnSp>
            <p:nvCxnSpPr>
              <p:cNvPr id="254" name="直線矢印コネクタ 253">
                <a:extLst>
                  <a:ext uri="{FF2B5EF4-FFF2-40B4-BE49-F238E27FC236}">
                    <a16:creationId xmlns:a16="http://schemas.microsoft.com/office/drawing/2014/main" id="{EF62CB0F-27F8-E330-7A7B-36158AE799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30288" y="1206779"/>
                <a:ext cx="1104250" cy="0"/>
              </a:xfrm>
              <a:prstGeom prst="straightConnector1">
                <a:avLst/>
              </a:prstGeom>
              <a:ln w="9525" cap="flat" cmpd="sng" algn="ctr">
                <a:solidFill>
                  <a:schemeClr val="accent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55" name="直線矢印コネクタ 254">
                <a:extLst>
                  <a:ext uri="{FF2B5EF4-FFF2-40B4-BE49-F238E27FC236}">
                    <a16:creationId xmlns:a16="http://schemas.microsoft.com/office/drawing/2014/main" id="{29DD5C9C-DABE-F5AE-9298-76F9B59CFD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34533" y="1206789"/>
                <a:ext cx="66723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8" name="テキスト ボックス 257">
              <a:extLst>
                <a:ext uri="{FF2B5EF4-FFF2-40B4-BE49-F238E27FC236}">
                  <a16:creationId xmlns:a16="http://schemas.microsoft.com/office/drawing/2014/main" id="{2EC33BD7-72DE-2852-2763-D69DDA627104}"/>
                </a:ext>
              </a:extLst>
            </p:cNvPr>
            <p:cNvSpPr txBox="1"/>
            <p:nvPr/>
          </p:nvSpPr>
          <p:spPr>
            <a:xfrm>
              <a:off x="916343" y="4213088"/>
              <a:ext cx="766468" cy="214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792" dirty="0"/>
                <a:t>処理の流れ</a:t>
              </a:r>
            </a:p>
          </p:txBody>
        </p:sp>
        <p:sp>
          <p:nvSpPr>
            <p:cNvPr id="259" name="テキスト ボックス 258">
              <a:extLst>
                <a:ext uri="{FF2B5EF4-FFF2-40B4-BE49-F238E27FC236}">
                  <a16:creationId xmlns:a16="http://schemas.microsoft.com/office/drawing/2014/main" id="{E457E80C-DE96-0627-9F63-DE5C0030FF23}"/>
                </a:ext>
              </a:extLst>
            </p:cNvPr>
            <p:cNvSpPr txBox="1"/>
            <p:nvPr/>
          </p:nvSpPr>
          <p:spPr>
            <a:xfrm>
              <a:off x="828803" y="4555765"/>
              <a:ext cx="941522" cy="214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792" dirty="0"/>
                <a:t>データの流れ</a:t>
              </a:r>
            </a:p>
          </p:txBody>
        </p:sp>
      </p:grpSp>
      <p:cxnSp>
        <p:nvCxnSpPr>
          <p:cNvPr id="33" name="コネクタ: カギ線 32">
            <a:extLst>
              <a:ext uri="{FF2B5EF4-FFF2-40B4-BE49-F238E27FC236}">
                <a16:creationId xmlns:a16="http://schemas.microsoft.com/office/drawing/2014/main" id="{6EF8C018-904B-7469-F6F8-915572C47C90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017917" y="1901519"/>
            <a:ext cx="520856" cy="1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EA0D101B-9DC3-B18D-E5C6-BFF1DD11BA58}"/>
              </a:ext>
            </a:extLst>
          </p:cNvPr>
          <p:cNvSpPr/>
          <p:nvPr/>
        </p:nvSpPr>
        <p:spPr>
          <a:xfrm>
            <a:off x="2379690" y="556759"/>
            <a:ext cx="22337141" cy="1817182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747"/>
          </a:p>
        </p:txBody>
      </p: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F8138183-F9CD-77EF-D212-D51DFBE5AC02}"/>
              </a:ext>
            </a:extLst>
          </p:cNvPr>
          <p:cNvCxnSpPr>
            <a:cxnSpLocks/>
          </p:cNvCxnSpPr>
          <p:nvPr/>
        </p:nvCxnSpPr>
        <p:spPr>
          <a:xfrm>
            <a:off x="2364055" y="1811442"/>
            <a:ext cx="2232098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9944BAE9-A2E1-7CB2-C04B-29DA30C637D2}"/>
              </a:ext>
            </a:extLst>
          </p:cNvPr>
          <p:cNvCxnSpPr>
            <a:cxnSpLocks/>
          </p:cNvCxnSpPr>
          <p:nvPr/>
        </p:nvCxnSpPr>
        <p:spPr>
          <a:xfrm>
            <a:off x="2386044" y="2758850"/>
            <a:ext cx="223106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直線コネクタ 118">
            <a:extLst>
              <a:ext uri="{FF2B5EF4-FFF2-40B4-BE49-F238E27FC236}">
                <a16:creationId xmlns:a16="http://schemas.microsoft.com/office/drawing/2014/main" id="{4BCBCD51-F488-17EF-4B84-4FECBB043E08}"/>
              </a:ext>
            </a:extLst>
          </p:cNvPr>
          <p:cNvCxnSpPr>
            <a:cxnSpLocks/>
          </p:cNvCxnSpPr>
          <p:nvPr/>
        </p:nvCxnSpPr>
        <p:spPr>
          <a:xfrm>
            <a:off x="2390237" y="8041127"/>
            <a:ext cx="2230170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直線コネクタ 120">
            <a:extLst>
              <a:ext uri="{FF2B5EF4-FFF2-40B4-BE49-F238E27FC236}">
                <a16:creationId xmlns:a16="http://schemas.microsoft.com/office/drawing/2014/main" id="{AEB02815-0DC5-2604-F47B-2046DE260D59}"/>
              </a:ext>
            </a:extLst>
          </p:cNvPr>
          <p:cNvCxnSpPr>
            <a:cxnSpLocks/>
          </p:cNvCxnSpPr>
          <p:nvPr/>
        </p:nvCxnSpPr>
        <p:spPr>
          <a:xfrm>
            <a:off x="2390239" y="9276847"/>
            <a:ext cx="223112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直線コネクタ 121">
            <a:extLst>
              <a:ext uri="{FF2B5EF4-FFF2-40B4-BE49-F238E27FC236}">
                <a16:creationId xmlns:a16="http://schemas.microsoft.com/office/drawing/2014/main" id="{C0DE6C7D-71AF-0E9C-B647-98143A41629F}"/>
              </a:ext>
            </a:extLst>
          </p:cNvPr>
          <p:cNvCxnSpPr>
            <a:cxnSpLocks/>
          </p:cNvCxnSpPr>
          <p:nvPr/>
        </p:nvCxnSpPr>
        <p:spPr>
          <a:xfrm>
            <a:off x="2390008" y="6820505"/>
            <a:ext cx="223090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0" name="直線コネクタ 189">
            <a:extLst>
              <a:ext uri="{FF2B5EF4-FFF2-40B4-BE49-F238E27FC236}">
                <a16:creationId xmlns:a16="http://schemas.microsoft.com/office/drawing/2014/main" id="{8CC21393-20FE-2DFC-DBAF-51E42DA735B4}"/>
              </a:ext>
            </a:extLst>
          </p:cNvPr>
          <p:cNvCxnSpPr>
            <a:cxnSpLocks/>
          </p:cNvCxnSpPr>
          <p:nvPr/>
        </p:nvCxnSpPr>
        <p:spPr>
          <a:xfrm>
            <a:off x="2390237" y="10863690"/>
            <a:ext cx="223064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6" name="テキスト ボックス 195">
            <a:extLst>
              <a:ext uri="{FF2B5EF4-FFF2-40B4-BE49-F238E27FC236}">
                <a16:creationId xmlns:a16="http://schemas.microsoft.com/office/drawing/2014/main" id="{6650D85E-D82E-5979-F018-9D954E5AA791}"/>
              </a:ext>
            </a:extLst>
          </p:cNvPr>
          <p:cNvSpPr txBox="1"/>
          <p:nvPr/>
        </p:nvSpPr>
        <p:spPr>
          <a:xfrm>
            <a:off x="2489221" y="1004333"/>
            <a:ext cx="1689628" cy="327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526" dirty="0"/>
              <a:t>ログイン</a:t>
            </a:r>
          </a:p>
        </p:txBody>
      </p:sp>
      <p:sp>
        <p:nvSpPr>
          <p:cNvPr id="199" name="テキスト ボックス 198">
            <a:extLst>
              <a:ext uri="{FF2B5EF4-FFF2-40B4-BE49-F238E27FC236}">
                <a16:creationId xmlns:a16="http://schemas.microsoft.com/office/drawing/2014/main" id="{A00D3D9E-C030-FFA2-AA74-DB3FC1552940}"/>
              </a:ext>
            </a:extLst>
          </p:cNvPr>
          <p:cNvSpPr txBox="1"/>
          <p:nvPr/>
        </p:nvSpPr>
        <p:spPr>
          <a:xfrm>
            <a:off x="2428802" y="2000407"/>
            <a:ext cx="1810466" cy="56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526" dirty="0"/>
              <a:t>ファイル検索・</a:t>
            </a:r>
            <a:endParaRPr kumimoji="1" lang="en-US" altLang="ja-JP" sz="1526" dirty="0"/>
          </a:p>
          <a:p>
            <a:pPr algn="ctr"/>
            <a:r>
              <a:rPr kumimoji="1" lang="ja-JP" altLang="en-US" sz="1526" dirty="0"/>
              <a:t>ダウンロード者</a:t>
            </a:r>
          </a:p>
        </p:txBody>
      </p:sp>
      <p:sp>
        <p:nvSpPr>
          <p:cNvPr id="201" name="テキスト ボックス 200">
            <a:extLst>
              <a:ext uri="{FF2B5EF4-FFF2-40B4-BE49-F238E27FC236}">
                <a16:creationId xmlns:a16="http://schemas.microsoft.com/office/drawing/2014/main" id="{2DF93F83-0B78-3B40-B339-B5E739225D12}"/>
              </a:ext>
            </a:extLst>
          </p:cNvPr>
          <p:cNvSpPr txBox="1"/>
          <p:nvPr/>
        </p:nvSpPr>
        <p:spPr>
          <a:xfrm>
            <a:off x="2428802" y="3255902"/>
            <a:ext cx="1810466" cy="327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526" dirty="0"/>
              <a:t>ファイル登録者</a:t>
            </a:r>
            <a:endParaRPr kumimoji="1" lang="en-US" altLang="ja-JP" sz="1526" dirty="0"/>
          </a:p>
        </p:txBody>
      </p:sp>
      <p:sp>
        <p:nvSpPr>
          <p:cNvPr id="202" name="テキスト ボックス 201">
            <a:extLst>
              <a:ext uri="{FF2B5EF4-FFF2-40B4-BE49-F238E27FC236}">
                <a16:creationId xmlns:a16="http://schemas.microsoft.com/office/drawing/2014/main" id="{2431C1D0-4592-1846-D24A-18EA0DD95B98}"/>
              </a:ext>
            </a:extLst>
          </p:cNvPr>
          <p:cNvSpPr txBox="1"/>
          <p:nvPr/>
        </p:nvSpPr>
        <p:spPr>
          <a:xfrm>
            <a:off x="2428802" y="7247599"/>
            <a:ext cx="1810466" cy="327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526" dirty="0"/>
              <a:t>所属登録者</a:t>
            </a:r>
            <a:endParaRPr kumimoji="1" lang="en-US" altLang="ja-JP" sz="1526" dirty="0"/>
          </a:p>
        </p:txBody>
      </p:sp>
      <p:sp>
        <p:nvSpPr>
          <p:cNvPr id="203" name="テキスト ボックス 202">
            <a:extLst>
              <a:ext uri="{FF2B5EF4-FFF2-40B4-BE49-F238E27FC236}">
                <a16:creationId xmlns:a16="http://schemas.microsoft.com/office/drawing/2014/main" id="{A4A3321B-F013-9055-77AE-E50E112EAFF2}"/>
              </a:ext>
            </a:extLst>
          </p:cNvPr>
          <p:cNvSpPr txBox="1"/>
          <p:nvPr/>
        </p:nvSpPr>
        <p:spPr>
          <a:xfrm>
            <a:off x="2428802" y="8511049"/>
            <a:ext cx="1810466" cy="327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526" dirty="0"/>
              <a:t>所属更新者</a:t>
            </a:r>
            <a:endParaRPr kumimoji="1" lang="en-US" altLang="ja-JP" sz="1526" dirty="0"/>
          </a:p>
        </p:txBody>
      </p:sp>
      <p:sp>
        <p:nvSpPr>
          <p:cNvPr id="205" name="テキスト ボックス 204">
            <a:extLst>
              <a:ext uri="{FF2B5EF4-FFF2-40B4-BE49-F238E27FC236}">
                <a16:creationId xmlns:a16="http://schemas.microsoft.com/office/drawing/2014/main" id="{74F58506-6EB8-70B8-543D-CE20DBE1F406}"/>
              </a:ext>
            </a:extLst>
          </p:cNvPr>
          <p:cNvSpPr txBox="1"/>
          <p:nvPr/>
        </p:nvSpPr>
        <p:spPr>
          <a:xfrm>
            <a:off x="2428802" y="9916250"/>
            <a:ext cx="1810466" cy="327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526" dirty="0"/>
              <a:t>所属削除者</a:t>
            </a:r>
            <a:endParaRPr kumimoji="1" lang="en-US" altLang="ja-JP" sz="1526" dirty="0"/>
          </a:p>
        </p:txBody>
      </p:sp>
      <p:sp>
        <p:nvSpPr>
          <p:cNvPr id="228" name="四角形: 角を丸くする 227">
            <a:extLst>
              <a:ext uri="{FF2B5EF4-FFF2-40B4-BE49-F238E27FC236}">
                <a16:creationId xmlns:a16="http://schemas.microsoft.com/office/drawing/2014/main" id="{843A55AB-6050-8875-972E-836392B9C32D}"/>
              </a:ext>
            </a:extLst>
          </p:cNvPr>
          <p:cNvSpPr/>
          <p:nvPr/>
        </p:nvSpPr>
        <p:spPr>
          <a:xfrm>
            <a:off x="215900" y="562842"/>
            <a:ext cx="1994418" cy="69684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526" dirty="0">
                <a:latin typeface="游ゴシック 本文"/>
              </a:rPr>
              <a:t>業務フロー図 </a:t>
            </a:r>
            <a:endParaRPr lang="en-US" altLang="ja-JP" sz="1526" dirty="0">
              <a:latin typeface="游ゴシック 本文"/>
            </a:endParaRPr>
          </a:p>
          <a:p>
            <a:pPr algn="ctr"/>
            <a:r>
              <a:rPr lang="en-US" altLang="ja-JP" sz="1526" dirty="0">
                <a:latin typeface="游ゴシック 本文"/>
              </a:rPr>
              <a:t>(</a:t>
            </a:r>
            <a:r>
              <a:rPr lang="ja-JP" altLang="en-US" sz="1526" dirty="0">
                <a:latin typeface="游ゴシック 本文"/>
              </a:rPr>
              <a:t>実運用のフロー</a:t>
            </a:r>
            <a:r>
              <a:rPr lang="en-US" altLang="ja-JP" sz="1526" dirty="0">
                <a:latin typeface="游ゴシック 本文"/>
              </a:rPr>
              <a:t>)</a:t>
            </a:r>
            <a:endParaRPr lang="ja-JP" altLang="en-US" sz="1526" dirty="0">
              <a:latin typeface="游ゴシック 本文"/>
            </a:endParaRPr>
          </a:p>
        </p:txBody>
      </p:sp>
      <p:cxnSp>
        <p:nvCxnSpPr>
          <p:cNvPr id="114" name="直線コネクタ 113">
            <a:extLst>
              <a:ext uri="{FF2B5EF4-FFF2-40B4-BE49-F238E27FC236}">
                <a16:creationId xmlns:a16="http://schemas.microsoft.com/office/drawing/2014/main" id="{D9D41E67-2B76-27CF-05EE-8FD150766B89}"/>
              </a:ext>
            </a:extLst>
          </p:cNvPr>
          <p:cNvCxnSpPr>
            <a:cxnSpLocks/>
          </p:cNvCxnSpPr>
          <p:nvPr/>
        </p:nvCxnSpPr>
        <p:spPr>
          <a:xfrm>
            <a:off x="2379691" y="12042216"/>
            <a:ext cx="2231463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直線コネクタ 116">
            <a:extLst>
              <a:ext uri="{FF2B5EF4-FFF2-40B4-BE49-F238E27FC236}">
                <a16:creationId xmlns:a16="http://schemas.microsoft.com/office/drawing/2014/main" id="{32637047-6528-8DED-6CC8-4BFE85A8E347}"/>
              </a:ext>
            </a:extLst>
          </p:cNvPr>
          <p:cNvCxnSpPr>
            <a:cxnSpLocks/>
          </p:cNvCxnSpPr>
          <p:nvPr/>
        </p:nvCxnSpPr>
        <p:spPr>
          <a:xfrm>
            <a:off x="2386041" y="13239835"/>
            <a:ext cx="2231067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直線コネクタ 127">
            <a:extLst>
              <a:ext uri="{FF2B5EF4-FFF2-40B4-BE49-F238E27FC236}">
                <a16:creationId xmlns:a16="http://schemas.microsoft.com/office/drawing/2014/main" id="{D2206BC6-E6C0-549A-5EAA-D6D92A9E45A7}"/>
              </a:ext>
            </a:extLst>
          </p:cNvPr>
          <p:cNvCxnSpPr>
            <a:cxnSpLocks/>
          </p:cNvCxnSpPr>
          <p:nvPr/>
        </p:nvCxnSpPr>
        <p:spPr>
          <a:xfrm>
            <a:off x="2382870" y="14812668"/>
            <a:ext cx="2231622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2" name="テキスト ボックス 131">
            <a:extLst>
              <a:ext uri="{FF2B5EF4-FFF2-40B4-BE49-F238E27FC236}">
                <a16:creationId xmlns:a16="http://schemas.microsoft.com/office/drawing/2014/main" id="{A5231345-09C2-02C3-94B1-BCCD55A64087}"/>
              </a:ext>
            </a:extLst>
          </p:cNvPr>
          <p:cNvSpPr txBox="1"/>
          <p:nvPr/>
        </p:nvSpPr>
        <p:spPr>
          <a:xfrm>
            <a:off x="2428802" y="11339863"/>
            <a:ext cx="1810466" cy="327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526" dirty="0"/>
              <a:t>役職登録者</a:t>
            </a:r>
            <a:endParaRPr kumimoji="1" lang="en-US" altLang="ja-JP" sz="1526" dirty="0"/>
          </a:p>
        </p:txBody>
      </p:sp>
      <p:sp>
        <p:nvSpPr>
          <p:cNvPr id="136" name="テキスト ボックス 135">
            <a:extLst>
              <a:ext uri="{FF2B5EF4-FFF2-40B4-BE49-F238E27FC236}">
                <a16:creationId xmlns:a16="http://schemas.microsoft.com/office/drawing/2014/main" id="{87D053C9-A4C7-FA18-E78A-6A067D2E611B}"/>
              </a:ext>
            </a:extLst>
          </p:cNvPr>
          <p:cNvSpPr txBox="1"/>
          <p:nvPr/>
        </p:nvSpPr>
        <p:spPr>
          <a:xfrm>
            <a:off x="2428802" y="12525396"/>
            <a:ext cx="1810466" cy="327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526" dirty="0"/>
              <a:t>役職更新者</a:t>
            </a:r>
            <a:endParaRPr kumimoji="1" lang="en-US" altLang="ja-JP" sz="1526" dirty="0"/>
          </a:p>
        </p:txBody>
      </p:sp>
      <p:sp>
        <p:nvSpPr>
          <p:cNvPr id="137" name="テキスト ボックス 136">
            <a:extLst>
              <a:ext uri="{FF2B5EF4-FFF2-40B4-BE49-F238E27FC236}">
                <a16:creationId xmlns:a16="http://schemas.microsoft.com/office/drawing/2014/main" id="{A2CA61D1-AF6D-9256-D76E-E4CBA596B83A}"/>
              </a:ext>
            </a:extLst>
          </p:cNvPr>
          <p:cNvSpPr txBox="1"/>
          <p:nvPr/>
        </p:nvSpPr>
        <p:spPr>
          <a:xfrm>
            <a:off x="2428802" y="13893249"/>
            <a:ext cx="1810466" cy="327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526" dirty="0"/>
              <a:t>役職削除者</a:t>
            </a:r>
            <a:endParaRPr kumimoji="1" lang="en-US" altLang="ja-JP" sz="1526" dirty="0"/>
          </a:p>
        </p:txBody>
      </p:sp>
      <p:cxnSp>
        <p:nvCxnSpPr>
          <p:cNvPr id="293" name="直線コネクタ 292">
            <a:extLst>
              <a:ext uri="{FF2B5EF4-FFF2-40B4-BE49-F238E27FC236}">
                <a16:creationId xmlns:a16="http://schemas.microsoft.com/office/drawing/2014/main" id="{3F6AE3C2-7433-FD28-2513-2739190BC745}"/>
              </a:ext>
            </a:extLst>
          </p:cNvPr>
          <p:cNvCxnSpPr>
            <a:cxnSpLocks/>
          </p:cNvCxnSpPr>
          <p:nvPr/>
        </p:nvCxnSpPr>
        <p:spPr>
          <a:xfrm>
            <a:off x="2386042" y="16026744"/>
            <a:ext cx="2230590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6" name="テキスト ボックス 295">
            <a:extLst>
              <a:ext uri="{FF2B5EF4-FFF2-40B4-BE49-F238E27FC236}">
                <a16:creationId xmlns:a16="http://schemas.microsoft.com/office/drawing/2014/main" id="{F363E762-E249-1F6D-FE70-4FFB0F971F07}"/>
              </a:ext>
            </a:extLst>
          </p:cNvPr>
          <p:cNvSpPr txBox="1"/>
          <p:nvPr/>
        </p:nvSpPr>
        <p:spPr>
          <a:xfrm>
            <a:off x="2428802" y="15282415"/>
            <a:ext cx="1810466" cy="327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526" dirty="0"/>
              <a:t>ユーザー登録者</a:t>
            </a:r>
            <a:endParaRPr kumimoji="1" lang="en-US" altLang="ja-JP" sz="1526" dirty="0"/>
          </a:p>
        </p:txBody>
      </p:sp>
      <p:sp>
        <p:nvSpPr>
          <p:cNvPr id="297" name="テキスト ボックス 296">
            <a:extLst>
              <a:ext uri="{FF2B5EF4-FFF2-40B4-BE49-F238E27FC236}">
                <a16:creationId xmlns:a16="http://schemas.microsoft.com/office/drawing/2014/main" id="{F59B8359-9973-DCA5-F466-AF28DFF4866A}"/>
              </a:ext>
            </a:extLst>
          </p:cNvPr>
          <p:cNvSpPr txBox="1"/>
          <p:nvPr/>
        </p:nvSpPr>
        <p:spPr>
          <a:xfrm>
            <a:off x="2428802" y="16466974"/>
            <a:ext cx="1810466" cy="327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526" dirty="0"/>
              <a:t>ユーザー更新者</a:t>
            </a:r>
            <a:endParaRPr kumimoji="1" lang="en-US" altLang="ja-JP" sz="1526" dirty="0"/>
          </a:p>
        </p:txBody>
      </p:sp>
      <p:cxnSp>
        <p:nvCxnSpPr>
          <p:cNvPr id="376" name="直線矢印コネクタ 375">
            <a:extLst>
              <a:ext uri="{FF2B5EF4-FFF2-40B4-BE49-F238E27FC236}">
                <a16:creationId xmlns:a16="http://schemas.microsoft.com/office/drawing/2014/main" id="{22AE12FA-9B87-DF8F-2D07-2AE2A65D5A67}"/>
              </a:ext>
            </a:extLst>
          </p:cNvPr>
          <p:cNvCxnSpPr>
            <a:stCxn id="50" idx="1"/>
            <a:endCxn id="49" idx="3"/>
          </p:cNvCxnSpPr>
          <p:nvPr/>
        </p:nvCxnSpPr>
        <p:spPr>
          <a:xfrm flipH="1">
            <a:off x="12621907" y="2371234"/>
            <a:ext cx="4311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5" name="正方形/長方形 374">
            <a:extLst>
              <a:ext uri="{FF2B5EF4-FFF2-40B4-BE49-F238E27FC236}">
                <a16:creationId xmlns:a16="http://schemas.microsoft.com/office/drawing/2014/main" id="{FABBBA32-2449-9F50-78DA-4DBB1E71E237}"/>
              </a:ext>
            </a:extLst>
          </p:cNvPr>
          <p:cNvSpPr/>
          <p:nvPr/>
        </p:nvSpPr>
        <p:spPr>
          <a:xfrm>
            <a:off x="16470261" y="2931757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ファイル登録に</a:t>
            </a:r>
            <a:endParaRPr lang="en-US" altLang="ja-JP" sz="792" dirty="0"/>
          </a:p>
          <a:p>
            <a:pPr algn="ctr"/>
            <a:r>
              <a:rPr lang="ja-JP" altLang="en-US" sz="792" dirty="0"/>
              <a:t>必要な情報を入力</a:t>
            </a:r>
          </a:p>
        </p:txBody>
      </p:sp>
      <p:sp>
        <p:nvSpPr>
          <p:cNvPr id="377" name="正方形/長方形 376">
            <a:extLst>
              <a:ext uri="{FF2B5EF4-FFF2-40B4-BE49-F238E27FC236}">
                <a16:creationId xmlns:a16="http://schemas.microsoft.com/office/drawing/2014/main" id="{6271DA1B-9BED-5788-CE61-88D128C513CB}"/>
              </a:ext>
            </a:extLst>
          </p:cNvPr>
          <p:cNvSpPr/>
          <p:nvPr/>
        </p:nvSpPr>
        <p:spPr>
          <a:xfrm>
            <a:off x="14759939" y="2931757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ファイル登録画面</a:t>
            </a:r>
          </a:p>
        </p:txBody>
      </p:sp>
      <p:sp>
        <p:nvSpPr>
          <p:cNvPr id="378" name="正方形/長方形 377">
            <a:extLst>
              <a:ext uri="{FF2B5EF4-FFF2-40B4-BE49-F238E27FC236}">
                <a16:creationId xmlns:a16="http://schemas.microsoft.com/office/drawing/2014/main" id="{974B2A08-0691-E5AD-4777-718DEB881502}"/>
              </a:ext>
            </a:extLst>
          </p:cNvPr>
          <p:cNvSpPr/>
          <p:nvPr/>
        </p:nvSpPr>
        <p:spPr>
          <a:xfrm>
            <a:off x="13049609" y="2931755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792" dirty="0"/>
              <a:t>『</a:t>
            </a:r>
            <a:r>
              <a:rPr lang="ja-JP" altLang="en-US" sz="792" dirty="0"/>
              <a:t>登録</a:t>
            </a:r>
            <a:r>
              <a:rPr lang="en-US" altLang="ja-JP" sz="792" dirty="0"/>
              <a:t>』</a:t>
            </a:r>
            <a:r>
              <a:rPr lang="ja-JP" altLang="en-US" sz="792" dirty="0"/>
              <a:t>ボタン押下</a:t>
            </a:r>
          </a:p>
        </p:txBody>
      </p:sp>
      <p:sp>
        <p:nvSpPr>
          <p:cNvPr id="379" name="正方形/長方形 378">
            <a:extLst>
              <a:ext uri="{FF2B5EF4-FFF2-40B4-BE49-F238E27FC236}">
                <a16:creationId xmlns:a16="http://schemas.microsoft.com/office/drawing/2014/main" id="{EA24FCD9-2306-6970-2D14-D8697D7AEBF1}"/>
              </a:ext>
            </a:extLst>
          </p:cNvPr>
          <p:cNvSpPr/>
          <p:nvPr/>
        </p:nvSpPr>
        <p:spPr>
          <a:xfrm>
            <a:off x="11342718" y="2931755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ファイル管理画面</a:t>
            </a:r>
          </a:p>
        </p:txBody>
      </p:sp>
      <p:sp>
        <p:nvSpPr>
          <p:cNvPr id="380" name="ひし形 379">
            <a:extLst>
              <a:ext uri="{FF2B5EF4-FFF2-40B4-BE49-F238E27FC236}">
                <a16:creationId xmlns:a16="http://schemas.microsoft.com/office/drawing/2014/main" id="{C746DC6D-8398-721F-BB4E-F7AC28489753}"/>
              </a:ext>
            </a:extLst>
          </p:cNvPr>
          <p:cNvSpPr/>
          <p:nvPr/>
        </p:nvSpPr>
        <p:spPr>
          <a:xfrm>
            <a:off x="18081739" y="2931755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確認</a:t>
            </a:r>
            <a:endParaRPr lang="en-US" altLang="ja-JP" sz="792" dirty="0"/>
          </a:p>
          <a:p>
            <a:pPr algn="ctr"/>
            <a:r>
              <a:rPr lang="ja-JP" altLang="en-US" sz="792" dirty="0"/>
              <a:t>ダイアログ</a:t>
            </a:r>
          </a:p>
        </p:txBody>
      </p:sp>
      <p:sp>
        <p:nvSpPr>
          <p:cNvPr id="381" name="ひし形 380">
            <a:extLst>
              <a:ext uri="{FF2B5EF4-FFF2-40B4-BE49-F238E27FC236}">
                <a16:creationId xmlns:a16="http://schemas.microsoft.com/office/drawing/2014/main" id="{3F424610-9C5E-EE00-CB09-A15F454B95D7}"/>
              </a:ext>
            </a:extLst>
          </p:cNvPr>
          <p:cNvSpPr/>
          <p:nvPr/>
        </p:nvSpPr>
        <p:spPr>
          <a:xfrm>
            <a:off x="19792066" y="2931753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拡張子が</a:t>
            </a:r>
            <a:endParaRPr lang="en-US" altLang="ja-JP" sz="792" dirty="0"/>
          </a:p>
          <a:p>
            <a:pPr algn="ctr"/>
            <a:r>
              <a:rPr lang="ja-JP" altLang="en-US" sz="792" dirty="0"/>
              <a:t>正しいか</a:t>
            </a:r>
          </a:p>
        </p:txBody>
      </p:sp>
      <p:sp>
        <p:nvSpPr>
          <p:cNvPr id="382" name="正方形/長方形 381">
            <a:extLst>
              <a:ext uri="{FF2B5EF4-FFF2-40B4-BE49-F238E27FC236}">
                <a16:creationId xmlns:a16="http://schemas.microsoft.com/office/drawing/2014/main" id="{F971FC91-632B-0B3E-B095-42E657EE91B8}"/>
              </a:ext>
            </a:extLst>
          </p:cNvPr>
          <p:cNvSpPr/>
          <p:nvPr/>
        </p:nvSpPr>
        <p:spPr>
          <a:xfrm>
            <a:off x="21602894" y="3504605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ファイル登録完了</a:t>
            </a:r>
          </a:p>
        </p:txBody>
      </p:sp>
      <p:sp>
        <p:nvSpPr>
          <p:cNvPr id="384" name="円柱 383">
            <a:extLst>
              <a:ext uri="{FF2B5EF4-FFF2-40B4-BE49-F238E27FC236}">
                <a16:creationId xmlns:a16="http://schemas.microsoft.com/office/drawing/2014/main" id="{EBF2D801-6571-39C4-1840-1DD10FE57C7C}"/>
              </a:ext>
            </a:extLst>
          </p:cNvPr>
          <p:cNvSpPr/>
          <p:nvPr/>
        </p:nvSpPr>
        <p:spPr>
          <a:xfrm>
            <a:off x="23313217" y="2931748"/>
            <a:ext cx="1279184" cy="40044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システム</a:t>
            </a:r>
          </a:p>
        </p:txBody>
      </p:sp>
      <p:cxnSp>
        <p:nvCxnSpPr>
          <p:cNvPr id="385" name="直線矢印コネクタ 384">
            <a:extLst>
              <a:ext uri="{FF2B5EF4-FFF2-40B4-BE49-F238E27FC236}">
                <a16:creationId xmlns:a16="http://schemas.microsoft.com/office/drawing/2014/main" id="{E5D8E8A4-1C94-EC13-F582-712D92A0406B}"/>
              </a:ext>
            </a:extLst>
          </p:cNvPr>
          <p:cNvCxnSpPr>
            <a:cxnSpLocks/>
            <a:endCxn id="382" idx="0"/>
          </p:cNvCxnSpPr>
          <p:nvPr/>
        </p:nvCxnSpPr>
        <p:spPr>
          <a:xfrm>
            <a:off x="22242450" y="3131975"/>
            <a:ext cx="0" cy="372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7" name="正方形/長方形 386">
            <a:extLst>
              <a:ext uri="{FF2B5EF4-FFF2-40B4-BE49-F238E27FC236}">
                <a16:creationId xmlns:a16="http://schemas.microsoft.com/office/drawing/2014/main" id="{765D1B73-9D66-841A-4B58-1256E1D29208}"/>
              </a:ext>
            </a:extLst>
          </p:cNvPr>
          <p:cNvSpPr/>
          <p:nvPr/>
        </p:nvSpPr>
        <p:spPr>
          <a:xfrm>
            <a:off x="19886896" y="3504593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エラーメッセージを</a:t>
            </a:r>
            <a:endParaRPr lang="en-US" altLang="ja-JP" sz="792" dirty="0"/>
          </a:p>
          <a:p>
            <a:pPr algn="ctr"/>
            <a:r>
              <a:rPr lang="ja-JP" altLang="en-US" sz="792" dirty="0"/>
              <a:t>表示</a:t>
            </a:r>
          </a:p>
        </p:txBody>
      </p:sp>
      <p:cxnSp>
        <p:nvCxnSpPr>
          <p:cNvPr id="388" name="コネクタ: カギ線 387">
            <a:extLst>
              <a:ext uri="{FF2B5EF4-FFF2-40B4-BE49-F238E27FC236}">
                <a16:creationId xmlns:a16="http://schemas.microsoft.com/office/drawing/2014/main" id="{1858AC0A-2610-6621-B750-FF48F62FF5C9}"/>
              </a:ext>
            </a:extLst>
          </p:cNvPr>
          <p:cNvCxnSpPr>
            <a:cxnSpLocks/>
            <a:stCxn id="387" idx="1"/>
            <a:endCxn id="377" idx="2"/>
          </p:cNvCxnSpPr>
          <p:nvPr/>
        </p:nvCxnSpPr>
        <p:spPr>
          <a:xfrm rot="10800000">
            <a:off x="15399535" y="3332228"/>
            <a:ext cx="4487366" cy="3726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直線コネクタ 388">
            <a:extLst>
              <a:ext uri="{FF2B5EF4-FFF2-40B4-BE49-F238E27FC236}">
                <a16:creationId xmlns:a16="http://schemas.microsoft.com/office/drawing/2014/main" id="{8D3AE72B-AFAE-E683-EC35-FC7A8DD37832}"/>
              </a:ext>
            </a:extLst>
          </p:cNvPr>
          <p:cNvCxnSpPr>
            <a:cxnSpLocks/>
          </p:cNvCxnSpPr>
          <p:nvPr/>
        </p:nvCxnSpPr>
        <p:spPr>
          <a:xfrm>
            <a:off x="18820144" y="3332233"/>
            <a:ext cx="0" cy="372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直線矢印コネクタ 389">
            <a:extLst>
              <a:ext uri="{FF2B5EF4-FFF2-40B4-BE49-F238E27FC236}">
                <a16:creationId xmlns:a16="http://schemas.microsoft.com/office/drawing/2014/main" id="{5D7F4D24-91AF-291C-6DBF-90272B5CAA9A}"/>
              </a:ext>
            </a:extLst>
          </p:cNvPr>
          <p:cNvCxnSpPr>
            <a:endCxn id="387" idx="0"/>
          </p:cNvCxnSpPr>
          <p:nvPr/>
        </p:nvCxnSpPr>
        <p:spPr>
          <a:xfrm>
            <a:off x="20526451" y="3332221"/>
            <a:ext cx="0" cy="172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直線矢印コネクタ 390">
            <a:extLst>
              <a:ext uri="{FF2B5EF4-FFF2-40B4-BE49-F238E27FC236}">
                <a16:creationId xmlns:a16="http://schemas.microsoft.com/office/drawing/2014/main" id="{B1C654F7-F98A-D000-8F0C-5F6D1402B953}"/>
              </a:ext>
            </a:extLst>
          </p:cNvPr>
          <p:cNvCxnSpPr>
            <a:stCxn id="379" idx="3"/>
            <a:endCxn id="378" idx="1"/>
          </p:cNvCxnSpPr>
          <p:nvPr/>
        </p:nvCxnSpPr>
        <p:spPr>
          <a:xfrm>
            <a:off x="12621903" y="3131975"/>
            <a:ext cx="4277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直線矢印コネクタ 391">
            <a:extLst>
              <a:ext uri="{FF2B5EF4-FFF2-40B4-BE49-F238E27FC236}">
                <a16:creationId xmlns:a16="http://schemas.microsoft.com/office/drawing/2014/main" id="{42DDB798-F252-76F9-BE1F-0BF522B8D4F1}"/>
              </a:ext>
            </a:extLst>
          </p:cNvPr>
          <p:cNvCxnSpPr>
            <a:cxnSpLocks/>
            <a:stCxn id="378" idx="3"/>
            <a:endCxn id="377" idx="1"/>
          </p:cNvCxnSpPr>
          <p:nvPr/>
        </p:nvCxnSpPr>
        <p:spPr>
          <a:xfrm>
            <a:off x="14328813" y="3132029"/>
            <a:ext cx="431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直線矢印コネクタ 392">
            <a:extLst>
              <a:ext uri="{FF2B5EF4-FFF2-40B4-BE49-F238E27FC236}">
                <a16:creationId xmlns:a16="http://schemas.microsoft.com/office/drawing/2014/main" id="{727DA974-66C4-0865-8ABA-E26923439D70}"/>
              </a:ext>
            </a:extLst>
          </p:cNvPr>
          <p:cNvCxnSpPr>
            <a:cxnSpLocks/>
            <a:stCxn id="377" idx="3"/>
            <a:endCxn id="375" idx="1"/>
          </p:cNvCxnSpPr>
          <p:nvPr/>
        </p:nvCxnSpPr>
        <p:spPr>
          <a:xfrm>
            <a:off x="16039142" y="3131969"/>
            <a:ext cx="4311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直線矢印コネクタ 393">
            <a:extLst>
              <a:ext uri="{FF2B5EF4-FFF2-40B4-BE49-F238E27FC236}">
                <a16:creationId xmlns:a16="http://schemas.microsoft.com/office/drawing/2014/main" id="{20E87588-A095-ECEE-D714-7417E42E1593}"/>
              </a:ext>
            </a:extLst>
          </p:cNvPr>
          <p:cNvCxnSpPr>
            <a:cxnSpLocks/>
            <a:stCxn id="375" idx="3"/>
            <a:endCxn id="380" idx="1"/>
          </p:cNvCxnSpPr>
          <p:nvPr/>
        </p:nvCxnSpPr>
        <p:spPr>
          <a:xfrm flipV="1">
            <a:off x="17749471" y="3132013"/>
            <a:ext cx="332311" cy="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直線矢印コネクタ 394">
            <a:extLst>
              <a:ext uri="{FF2B5EF4-FFF2-40B4-BE49-F238E27FC236}">
                <a16:creationId xmlns:a16="http://schemas.microsoft.com/office/drawing/2014/main" id="{FF4AB82B-7312-F355-D1CD-23BE061AAF92}"/>
              </a:ext>
            </a:extLst>
          </p:cNvPr>
          <p:cNvCxnSpPr>
            <a:cxnSpLocks/>
            <a:stCxn id="380" idx="3"/>
            <a:endCxn id="381" idx="1"/>
          </p:cNvCxnSpPr>
          <p:nvPr/>
        </p:nvCxnSpPr>
        <p:spPr>
          <a:xfrm flipV="1">
            <a:off x="19558570" y="3132029"/>
            <a:ext cx="2334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正方形/長方形 395">
            <a:extLst>
              <a:ext uri="{FF2B5EF4-FFF2-40B4-BE49-F238E27FC236}">
                <a16:creationId xmlns:a16="http://schemas.microsoft.com/office/drawing/2014/main" id="{49225D6A-E426-2B41-6307-CA6E5287F87C}"/>
              </a:ext>
            </a:extLst>
          </p:cNvPr>
          <p:cNvSpPr/>
          <p:nvPr/>
        </p:nvSpPr>
        <p:spPr>
          <a:xfrm>
            <a:off x="16470261" y="4170435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ファイル更新に</a:t>
            </a:r>
            <a:endParaRPr lang="en-US" altLang="ja-JP" sz="792" dirty="0"/>
          </a:p>
          <a:p>
            <a:pPr algn="ctr"/>
            <a:r>
              <a:rPr lang="ja-JP" altLang="en-US" sz="792" dirty="0"/>
              <a:t>必要な情報を入力</a:t>
            </a:r>
          </a:p>
        </p:txBody>
      </p:sp>
      <p:sp>
        <p:nvSpPr>
          <p:cNvPr id="397" name="正方形/長方形 396">
            <a:extLst>
              <a:ext uri="{FF2B5EF4-FFF2-40B4-BE49-F238E27FC236}">
                <a16:creationId xmlns:a16="http://schemas.microsoft.com/office/drawing/2014/main" id="{D609BA71-6C3C-89F8-088B-050AD8597750}"/>
              </a:ext>
            </a:extLst>
          </p:cNvPr>
          <p:cNvSpPr/>
          <p:nvPr/>
        </p:nvSpPr>
        <p:spPr>
          <a:xfrm>
            <a:off x="14759939" y="4170435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ファイル更新画面</a:t>
            </a:r>
          </a:p>
        </p:txBody>
      </p:sp>
      <p:sp>
        <p:nvSpPr>
          <p:cNvPr id="398" name="正方形/長方形 397">
            <a:extLst>
              <a:ext uri="{FF2B5EF4-FFF2-40B4-BE49-F238E27FC236}">
                <a16:creationId xmlns:a16="http://schemas.microsoft.com/office/drawing/2014/main" id="{B99581E0-9A0E-8DD9-9C71-FC75C70F1CF4}"/>
              </a:ext>
            </a:extLst>
          </p:cNvPr>
          <p:cNvSpPr/>
          <p:nvPr/>
        </p:nvSpPr>
        <p:spPr>
          <a:xfrm>
            <a:off x="13049609" y="4170435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データを選択して</a:t>
            </a:r>
            <a:endParaRPr lang="en-US" altLang="ja-JP" sz="792" dirty="0"/>
          </a:p>
          <a:p>
            <a:pPr algn="ctr"/>
            <a:r>
              <a:rPr lang="en-US" altLang="ja-JP" sz="792" dirty="0"/>
              <a:t>『</a:t>
            </a:r>
            <a:r>
              <a:rPr lang="ja-JP" altLang="en-US" sz="792" dirty="0"/>
              <a:t>更新</a:t>
            </a:r>
            <a:r>
              <a:rPr lang="en-US" altLang="ja-JP" sz="792" dirty="0"/>
              <a:t>』</a:t>
            </a:r>
            <a:r>
              <a:rPr lang="ja-JP" altLang="en-US" sz="792" dirty="0"/>
              <a:t>ボタン押下</a:t>
            </a:r>
          </a:p>
        </p:txBody>
      </p:sp>
      <p:sp>
        <p:nvSpPr>
          <p:cNvPr id="399" name="ひし形 398">
            <a:extLst>
              <a:ext uri="{FF2B5EF4-FFF2-40B4-BE49-F238E27FC236}">
                <a16:creationId xmlns:a16="http://schemas.microsoft.com/office/drawing/2014/main" id="{16C65EDB-1BB5-8D3A-5886-2693ACAC201C}"/>
              </a:ext>
            </a:extLst>
          </p:cNvPr>
          <p:cNvSpPr/>
          <p:nvPr/>
        </p:nvSpPr>
        <p:spPr>
          <a:xfrm>
            <a:off x="18081739" y="4170428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確認</a:t>
            </a:r>
            <a:endParaRPr lang="en-US" altLang="ja-JP" sz="792" dirty="0"/>
          </a:p>
          <a:p>
            <a:pPr algn="ctr"/>
            <a:r>
              <a:rPr lang="ja-JP" altLang="en-US" sz="792" dirty="0"/>
              <a:t>ダイアログ</a:t>
            </a:r>
          </a:p>
        </p:txBody>
      </p:sp>
      <p:sp>
        <p:nvSpPr>
          <p:cNvPr id="400" name="ひし形 399">
            <a:extLst>
              <a:ext uri="{FF2B5EF4-FFF2-40B4-BE49-F238E27FC236}">
                <a16:creationId xmlns:a16="http://schemas.microsoft.com/office/drawing/2014/main" id="{4D74FDE8-DD2E-15EC-8B2E-CEE89FB79B6F}"/>
              </a:ext>
            </a:extLst>
          </p:cNvPr>
          <p:cNvSpPr/>
          <p:nvPr/>
        </p:nvSpPr>
        <p:spPr>
          <a:xfrm>
            <a:off x="19792066" y="4170428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拡張子が</a:t>
            </a:r>
            <a:endParaRPr lang="en-US" altLang="ja-JP" sz="792" dirty="0"/>
          </a:p>
          <a:p>
            <a:pPr algn="ctr"/>
            <a:r>
              <a:rPr lang="ja-JP" altLang="en-US" sz="792" dirty="0"/>
              <a:t>正しいか</a:t>
            </a:r>
          </a:p>
        </p:txBody>
      </p:sp>
      <p:sp>
        <p:nvSpPr>
          <p:cNvPr id="401" name="正方形/長方形 400">
            <a:extLst>
              <a:ext uri="{FF2B5EF4-FFF2-40B4-BE49-F238E27FC236}">
                <a16:creationId xmlns:a16="http://schemas.microsoft.com/office/drawing/2014/main" id="{E96C3993-F907-A89D-1361-05196F521684}"/>
              </a:ext>
            </a:extLst>
          </p:cNvPr>
          <p:cNvSpPr/>
          <p:nvPr/>
        </p:nvSpPr>
        <p:spPr>
          <a:xfrm>
            <a:off x="21602894" y="4743286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ファイル更新完了</a:t>
            </a:r>
          </a:p>
        </p:txBody>
      </p:sp>
      <p:sp>
        <p:nvSpPr>
          <p:cNvPr id="403" name="円柱 402">
            <a:extLst>
              <a:ext uri="{FF2B5EF4-FFF2-40B4-BE49-F238E27FC236}">
                <a16:creationId xmlns:a16="http://schemas.microsoft.com/office/drawing/2014/main" id="{31CBAD0D-0526-D893-43ED-21853EE5E708}"/>
              </a:ext>
            </a:extLst>
          </p:cNvPr>
          <p:cNvSpPr/>
          <p:nvPr/>
        </p:nvSpPr>
        <p:spPr>
          <a:xfrm>
            <a:off x="23313217" y="4170428"/>
            <a:ext cx="1279184" cy="40044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システム</a:t>
            </a:r>
          </a:p>
        </p:txBody>
      </p:sp>
      <p:cxnSp>
        <p:nvCxnSpPr>
          <p:cNvPr id="404" name="直線矢印コネクタ 403">
            <a:extLst>
              <a:ext uri="{FF2B5EF4-FFF2-40B4-BE49-F238E27FC236}">
                <a16:creationId xmlns:a16="http://schemas.microsoft.com/office/drawing/2014/main" id="{237B2F15-2903-4ED2-7781-9EF407FEC542}"/>
              </a:ext>
            </a:extLst>
          </p:cNvPr>
          <p:cNvCxnSpPr>
            <a:cxnSpLocks/>
            <a:endCxn id="401" idx="0"/>
          </p:cNvCxnSpPr>
          <p:nvPr/>
        </p:nvCxnSpPr>
        <p:spPr>
          <a:xfrm>
            <a:off x="22242450" y="4370655"/>
            <a:ext cx="0" cy="372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6" name="正方形/長方形 405">
            <a:extLst>
              <a:ext uri="{FF2B5EF4-FFF2-40B4-BE49-F238E27FC236}">
                <a16:creationId xmlns:a16="http://schemas.microsoft.com/office/drawing/2014/main" id="{88EADE89-9A64-B01B-D082-695745C50EE0}"/>
              </a:ext>
            </a:extLst>
          </p:cNvPr>
          <p:cNvSpPr/>
          <p:nvPr/>
        </p:nvSpPr>
        <p:spPr>
          <a:xfrm>
            <a:off x="19886896" y="4743275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エラーメッセージを</a:t>
            </a:r>
            <a:endParaRPr lang="en-US" altLang="ja-JP" sz="792" dirty="0"/>
          </a:p>
          <a:p>
            <a:pPr algn="ctr"/>
            <a:r>
              <a:rPr lang="ja-JP" altLang="en-US" sz="792" dirty="0"/>
              <a:t>表示</a:t>
            </a:r>
          </a:p>
        </p:txBody>
      </p:sp>
      <p:cxnSp>
        <p:nvCxnSpPr>
          <p:cNvPr id="407" name="コネクタ: カギ線 406">
            <a:extLst>
              <a:ext uri="{FF2B5EF4-FFF2-40B4-BE49-F238E27FC236}">
                <a16:creationId xmlns:a16="http://schemas.microsoft.com/office/drawing/2014/main" id="{0D9B33C6-256D-921A-62E0-363024BED3CD}"/>
              </a:ext>
            </a:extLst>
          </p:cNvPr>
          <p:cNvCxnSpPr>
            <a:cxnSpLocks/>
            <a:stCxn id="406" idx="1"/>
          </p:cNvCxnSpPr>
          <p:nvPr/>
        </p:nvCxnSpPr>
        <p:spPr>
          <a:xfrm rot="10800000">
            <a:off x="15757681" y="4553689"/>
            <a:ext cx="4129221" cy="389806"/>
          </a:xfrm>
          <a:prstGeom prst="bentConnector3">
            <a:avLst>
              <a:gd name="adj1" fmla="val 1000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直線コネクタ 407">
            <a:extLst>
              <a:ext uri="{FF2B5EF4-FFF2-40B4-BE49-F238E27FC236}">
                <a16:creationId xmlns:a16="http://schemas.microsoft.com/office/drawing/2014/main" id="{6B43EE54-81EA-7732-7E72-8ADEE7465CFF}"/>
              </a:ext>
            </a:extLst>
          </p:cNvPr>
          <p:cNvCxnSpPr>
            <a:cxnSpLocks/>
          </p:cNvCxnSpPr>
          <p:nvPr/>
        </p:nvCxnSpPr>
        <p:spPr>
          <a:xfrm>
            <a:off x="18820144" y="4570911"/>
            <a:ext cx="0" cy="372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直線矢印コネクタ 408">
            <a:extLst>
              <a:ext uri="{FF2B5EF4-FFF2-40B4-BE49-F238E27FC236}">
                <a16:creationId xmlns:a16="http://schemas.microsoft.com/office/drawing/2014/main" id="{841A74FC-4BD7-96B4-CACA-A25DA962783B}"/>
              </a:ext>
            </a:extLst>
          </p:cNvPr>
          <p:cNvCxnSpPr>
            <a:endCxn id="406" idx="0"/>
          </p:cNvCxnSpPr>
          <p:nvPr/>
        </p:nvCxnSpPr>
        <p:spPr>
          <a:xfrm>
            <a:off x="20526451" y="4570904"/>
            <a:ext cx="0" cy="172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直線矢印コネクタ 409">
            <a:extLst>
              <a:ext uri="{FF2B5EF4-FFF2-40B4-BE49-F238E27FC236}">
                <a16:creationId xmlns:a16="http://schemas.microsoft.com/office/drawing/2014/main" id="{DCB66206-2366-FC6A-88B6-9B85BEA2AAF8}"/>
              </a:ext>
            </a:extLst>
          </p:cNvPr>
          <p:cNvCxnSpPr>
            <a:cxnSpLocks/>
            <a:stCxn id="398" idx="3"/>
            <a:endCxn id="397" idx="1"/>
          </p:cNvCxnSpPr>
          <p:nvPr/>
        </p:nvCxnSpPr>
        <p:spPr>
          <a:xfrm>
            <a:off x="14328813" y="4370711"/>
            <a:ext cx="431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直線矢印コネクタ 410">
            <a:extLst>
              <a:ext uri="{FF2B5EF4-FFF2-40B4-BE49-F238E27FC236}">
                <a16:creationId xmlns:a16="http://schemas.microsoft.com/office/drawing/2014/main" id="{0E319877-3F5A-D289-E802-A273C1FCED18}"/>
              </a:ext>
            </a:extLst>
          </p:cNvPr>
          <p:cNvCxnSpPr>
            <a:cxnSpLocks/>
            <a:stCxn id="397" idx="3"/>
            <a:endCxn id="396" idx="1"/>
          </p:cNvCxnSpPr>
          <p:nvPr/>
        </p:nvCxnSpPr>
        <p:spPr>
          <a:xfrm>
            <a:off x="16039142" y="4370648"/>
            <a:ext cx="4311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直線矢印コネクタ 411">
            <a:extLst>
              <a:ext uri="{FF2B5EF4-FFF2-40B4-BE49-F238E27FC236}">
                <a16:creationId xmlns:a16="http://schemas.microsoft.com/office/drawing/2014/main" id="{99113319-D43A-2976-B117-DFC8978C45F7}"/>
              </a:ext>
            </a:extLst>
          </p:cNvPr>
          <p:cNvCxnSpPr>
            <a:cxnSpLocks/>
            <a:stCxn id="396" idx="3"/>
            <a:endCxn id="399" idx="1"/>
          </p:cNvCxnSpPr>
          <p:nvPr/>
        </p:nvCxnSpPr>
        <p:spPr>
          <a:xfrm flipV="1">
            <a:off x="17749471" y="4370689"/>
            <a:ext cx="332311" cy="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直線矢印コネクタ 412">
            <a:extLst>
              <a:ext uri="{FF2B5EF4-FFF2-40B4-BE49-F238E27FC236}">
                <a16:creationId xmlns:a16="http://schemas.microsoft.com/office/drawing/2014/main" id="{4B47FEA5-C42A-E205-BAD4-80EB781E3602}"/>
              </a:ext>
            </a:extLst>
          </p:cNvPr>
          <p:cNvCxnSpPr>
            <a:cxnSpLocks/>
            <a:stCxn id="399" idx="3"/>
            <a:endCxn id="400" idx="1"/>
          </p:cNvCxnSpPr>
          <p:nvPr/>
        </p:nvCxnSpPr>
        <p:spPr>
          <a:xfrm flipV="1">
            <a:off x="19558570" y="4370710"/>
            <a:ext cx="2334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4" name="正方形/長方形 413">
            <a:extLst>
              <a:ext uri="{FF2B5EF4-FFF2-40B4-BE49-F238E27FC236}">
                <a16:creationId xmlns:a16="http://schemas.microsoft.com/office/drawing/2014/main" id="{D5FF19F3-0B98-FB6A-2064-C7AEDF347BA8}"/>
              </a:ext>
            </a:extLst>
          </p:cNvPr>
          <p:cNvSpPr/>
          <p:nvPr/>
        </p:nvSpPr>
        <p:spPr>
          <a:xfrm>
            <a:off x="16473661" y="5448301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792" dirty="0"/>
              <a:t>『</a:t>
            </a:r>
            <a:r>
              <a:rPr lang="ja-JP" altLang="en-US" sz="792" dirty="0"/>
              <a:t>削除</a:t>
            </a:r>
            <a:r>
              <a:rPr lang="en-US" altLang="ja-JP" sz="792" dirty="0"/>
              <a:t>』</a:t>
            </a:r>
            <a:r>
              <a:rPr lang="ja-JP" altLang="en-US" sz="792" dirty="0"/>
              <a:t>ボタン押下</a:t>
            </a:r>
          </a:p>
        </p:txBody>
      </p:sp>
      <p:cxnSp>
        <p:nvCxnSpPr>
          <p:cNvPr id="421" name="直線矢印コネクタ 420">
            <a:extLst>
              <a:ext uri="{FF2B5EF4-FFF2-40B4-BE49-F238E27FC236}">
                <a16:creationId xmlns:a16="http://schemas.microsoft.com/office/drawing/2014/main" id="{5D3DE4B7-3932-8AA9-1FF3-B9F2F93BA57C}"/>
              </a:ext>
            </a:extLst>
          </p:cNvPr>
          <p:cNvCxnSpPr>
            <a:cxnSpLocks/>
            <a:stCxn id="414" idx="3"/>
          </p:cNvCxnSpPr>
          <p:nvPr/>
        </p:nvCxnSpPr>
        <p:spPr>
          <a:xfrm>
            <a:off x="17752846" y="5648521"/>
            <a:ext cx="3148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4" name="テキスト ボックス 423">
            <a:extLst>
              <a:ext uri="{FF2B5EF4-FFF2-40B4-BE49-F238E27FC236}">
                <a16:creationId xmlns:a16="http://schemas.microsoft.com/office/drawing/2014/main" id="{D64640B5-54C3-2A16-B01C-5F33CB61C7F8}"/>
              </a:ext>
            </a:extLst>
          </p:cNvPr>
          <p:cNvSpPr txBox="1"/>
          <p:nvPr/>
        </p:nvSpPr>
        <p:spPr>
          <a:xfrm>
            <a:off x="18825828" y="4515673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sp>
        <p:nvSpPr>
          <p:cNvPr id="425" name="テキスト ボックス 424">
            <a:extLst>
              <a:ext uri="{FF2B5EF4-FFF2-40B4-BE49-F238E27FC236}">
                <a16:creationId xmlns:a16="http://schemas.microsoft.com/office/drawing/2014/main" id="{8AE3543F-9D3E-D72A-778A-E8C03F8BDDFD}"/>
              </a:ext>
            </a:extLst>
          </p:cNvPr>
          <p:cNvSpPr txBox="1"/>
          <p:nvPr/>
        </p:nvSpPr>
        <p:spPr>
          <a:xfrm>
            <a:off x="19151520" y="4138748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sp>
        <p:nvSpPr>
          <p:cNvPr id="426" name="テキスト ボックス 425">
            <a:extLst>
              <a:ext uri="{FF2B5EF4-FFF2-40B4-BE49-F238E27FC236}">
                <a16:creationId xmlns:a16="http://schemas.microsoft.com/office/drawing/2014/main" id="{E2A9E9E4-B6A2-1785-0C71-A206F210CF53}"/>
              </a:ext>
            </a:extLst>
          </p:cNvPr>
          <p:cNvSpPr txBox="1"/>
          <p:nvPr/>
        </p:nvSpPr>
        <p:spPr>
          <a:xfrm>
            <a:off x="20529419" y="4506072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sp>
        <p:nvSpPr>
          <p:cNvPr id="427" name="テキスト ボックス 426">
            <a:extLst>
              <a:ext uri="{FF2B5EF4-FFF2-40B4-BE49-F238E27FC236}">
                <a16:creationId xmlns:a16="http://schemas.microsoft.com/office/drawing/2014/main" id="{D431DA12-5765-FEB0-DC0B-ADA71EB3EAD1}"/>
              </a:ext>
            </a:extLst>
          </p:cNvPr>
          <p:cNvSpPr txBox="1"/>
          <p:nvPr/>
        </p:nvSpPr>
        <p:spPr>
          <a:xfrm>
            <a:off x="20855118" y="4129144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sp>
        <p:nvSpPr>
          <p:cNvPr id="428" name="テキスト ボックス 427">
            <a:extLst>
              <a:ext uri="{FF2B5EF4-FFF2-40B4-BE49-F238E27FC236}">
                <a16:creationId xmlns:a16="http://schemas.microsoft.com/office/drawing/2014/main" id="{8135C577-9AD8-6C3C-EA00-CB3A837A82E0}"/>
              </a:ext>
            </a:extLst>
          </p:cNvPr>
          <p:cNvSpPr txBox="1"/>
          <p:nvPr/>
        </p:nvSpPr>
        <p:spPr>
          <a:xfrm>
            <a:off x="20534732" y="3267386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sp>
        <p:nvSpPr>
          <p:cNvPr id="429" name="テキスト ボックス 428">
            <a:extLst>
              <a:ext uri="{FF2B5EF4-FFF2-40B4-BE49-F238E27FC236}">
                <a16:creationId xmlns:a16="http://schemas.microsoft.com/office/drawing/2014/main" id="{59A698CF-683B-214B-D1FB-5D7628169861}"/>
              </a:ext>
            </a:extLst>
          </p:cNvPr>
          <p:cNvSpPr txBox="1"/>
          <p:nvPr/>
        </p:nvSpPr>
        <p:spPr>
          <a:xfrm>
            <a:off x="20860425" y="2890459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sp>
        <p:nvSpPr>
          <p:cNvPr id="430" name="テキスト ボックス 429">
            <a:extLst>
              <a:ext uri="{FF2B5EF4-FFF2-40B4-BE49-F238E27FC236}">
                <a16:creationId xmlns:a16="http://schemas.microsoft.com/office/drawing/2014/main" id="{2DE1D8CE-8C90-4B14-FD4C-C0BDBEEA1E5C}"/>
              </a:ext>
            </a:extLst>
          </p:cNvPr>
          <p:cNvSpPr txBox="1"/>
          <p:nvPr/>
        </p:nvSpPr>
        <p:spPr>
          <a:xfrm>
            <a:off x="18821228" y="3245708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sp>
        <p:nvSpPr>
          <p:cNvPr id="431" name="テキスト ボックス 430">
            <a:extLst>
              <a:ext uri="{FF2B5EF4-FFF2-40B4-BE49-F238E27FC236}">
                <a16:creationId xmlns:a16="http://schemas.microsoft.com/office/drawing/2014/main" id="{FA444A16-D90F-CEF6-0DB0-F0D92A2542BF}"/>
              </a:ext>
            </a:extLst>
          </p:cNvPr>
          <p:cNvSpPr txBox="1"/>
          <p:nvPr/>
        </p:nvSpPr>
        <p:spPr>
          <a:xfrm>
            <a:off x="19146920" y="2868778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grpSp>
        <p:nvGrpSpPr>
          <p:cNvPr id="432" name="グループ化 431">
            <a:extLst>
              <a:ext uri="{FF2B5EF4-FFF2-40B4-BE49-F238E27FC236}">
                <a16:creationId xmlns:a16="http://schemas.microsoft.com/office/drawing/2014/main" id="{FA40C8FE-0B63-8084-1AA5-DBABAF0871D0}"/>
              </a:ext>
            </a:extLst>
          </p:cNvPr>
          <p:cNvGrpSpPr/>
          <p:nvPr/>
        </p:nvGrpSpPr>
        <p:grpSpPr>
          <a:xfrm>
            <a:off x="21268932" y="4370639"/>
            <a:ext cx="2042632" cy="22"/>
            <a:chOff x="15295712" y="1206779"/>
            <a:chExt cx="1805544" cy="11"/>
          </a:xfrm>
        </p:grpSpPr>
        <p:cxnSp>
          <p:nvCxnSpPr>
            <p:cNvPr id="433" name="直線矢印コネクタ 432">
              <a:extLst>
                <a:ext uri="{FF2B5EF4-FFF2-40B4-BE49-F238E27FC236}">
                  <a16:creationId xmlns:a16="http://schemas.microsoft.com/office/drawing/2014/main" id="{4F03FA0F-540F-03B0-42FB-D10CAD37478A}"/>
                </a:ext>
              </a:extLst>
            </p:cNvPr>
            <p:cNvCxnSpPr>
              <a:cxnSpLocks/>
            </p:cNvCxnSpPr>
            <p:nvPr/>
          </p:nvCxnSpPr>
          <p:spPr>
            <a:xfrm>
              <a:off x="15295712" y="1206779"/>
              <a:ext cx="1738826" cy="0"/>
            </a:xfrm>
            <a:prstGeom prst="straightConnector1">
              <a:avLst/>
            </a:prstGeom>
            <a:ln w="9525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34" name="直線矢印コネクタ 433">
              <a:extLst>
                <a:ext uri="{FF2B5EF4-FFF2-40B4-BE49-F238E27FC236}">
                  <a16:creationId xmlns:a16="http://schemas.microsoft.com/office/drawing/2014/main" id="{66E87D5E-609D-4967-0CB6-EE1B69FB9D61}"/>
                </a:ext>
              </a:extLst>
            </p:cNvPr>
            <p:cNvCxnSpPr>
              <a:cxnSpLocks/>
            </p:cNvCxnSpPr>
            <p:nvPr/>
          </p:nvCxnSpPr>
          <p:spPr>
            <a:xfrm>
              <a:off x="17034533" y="1206789"/>
              <a:ext cx="6672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5" name="グループ化 434">
            <a:extLst>
              <a:ext uri="{FF2B5EF4-FFF2-40B4-BE49-F238E27FC236}">
                <a16:creationId xmlns:a16="http://schemas.microsoft.com/office/drawing/2014/main" id="{4DEA20BF-2783-0E23-A8D9-B6AD84827E65}"/>
              </a:ext>
            </a:extLst>
          </p:cNvPr>
          <p:cNvGrpSpPr/>
          <p:nvPr/>
        </p:nvGrpSpPr>
        <p:grpSpPr>
          <a:xfrm>
            <a:off x="21268932" y="3133269"/>
            <a:ext cx="2042632" cy="22"/>
            <a:chOff x="15295712" y="1206779"/>
            <a:chExt cx="1805544" cy="11"/>
          </a:xfrm>
        </p:grpSpPr>
        <p:cxnSp>
          <p:nvCxnSpPr>
            <p:cNvPr id="436" name="直線矢印コネクタ 435">
              <a:extLst>
                <a:ext uri="{FF2B5EF4-FFF2-40B4-BE49-F238E27FC236}">
                  <a16:creationId xmlns:a16="http://schemas.microsoft.com/office/drawing/2014/main" id="{D7D896C7-640D-3D6A-5EDF-51E28E1BA815}"/>
                </a:ext>
              </a:extLst>
            </p:cNvPr>
            <p:cNvCxnSpPr>
              <a:cxnSpLocks/>
            </p:cNvCxnSpPr>
            <p:nvPr/>
          </p:nvCxnSpPr>
          <p:spPr>
            <a:xfrm>
              <a:off x="15295712" y="1206779"/>
              <a:ext cx="1738826" cy="0"/>
            </a:xfrm>
            <a:prstGeom prst="straightConnector1">
              <a:avLst/>
            </a:prstGeom>
            <a:ln w="9525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37" name="直線矢印コネクタ 436">
              <a:extLst>
                <a:ext uri="{FF2B5EF4-FFF2-40B4-BE49-F238E27FC236}">
                  <a16:creationId xmlns:a16="http://schemas.microsoft.com/office/drawing/2014/main" id="{8E1B35F8-B54E-2531-2F65-851F4A6D03E8}"/>
                </a:ext>
              </a:extLst>
            </p:cNvPr>
            <p:cNvCxnSpPr>
              <a:cxnSpLocks/>
            </p:cNvCxnSpPr>
            <p:nvPr/>
          </p:nvCxnSpPr>
          <p:spPr>
            <a:xfrm>
              <a:off x="17034533" y="1206789"/>
              <a:ext cx="6672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2" name="コネクタ: カギ線 441">
            <a:extLst>
              <a:ext uri="{FF2B5EF4-FFF2-40B4-BE49-F238E27FC236}">
                <a16:creationId xmlns:a16="http://schemas.microsoft.com/office/drawing/2014/main" id="{1342B587-3252-CE07-11EE-75F2C7FA9546}"/>
              </a:ext>
            </a:extLst>
          </p:cNvPr>
          <p:cNvCxnSpPr>
            <a:stCxn id="379" idx="2"/>
            <a:endCxn id="398" idx="1"/>
          </p:cNvCxnSpPr>
          <p:nvPr/>
        </p:nvCxnSpPr>
        <p:spPr>
          <a:xfrm rot="16200000" flipH="1">
            <a:off x="11996729" y="3317776"/>
            <a:ext cx="1038460" cy="1067299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4" name="正方形/長方形 443">
            <a:extLst>
              <a:ext uri="{FF2B5EF4-FFF2-40B4-BE49-F238E27FC236}">
                <a16:creationId xmlns:a16="http://schemas.microsoft.com/office/drawing/2014/main" id="{0625CC05-1C70-2917-8690-88EC71137AEF}"/>
              </a:ext>
            </a:extLst>
          </p:cNvPr>
          <p:cNvSpPr/>
          <p:nvPr/>
        </p:nvSpPr>
        <p:spPr>
          <a:xfrm>
            <a:off x="9631359" y="2931755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メニュー画面</a:t>
            </a:r>
            <a:endParaRPr lang="en-US" altLang="ja-JP" sz="792" dirty="0"/>
          </a:p>
        </p:txBody>
      </p:sp>
      <p:cxnSp>
        <p:nvCxnSpPr>
          <p:cNvPr id="445" name="直線矢印コネクタ 444">
            <a:extLst>
              <a:ext uri="{FF2B5EF4-FFF2-40B4-BE49-F238E27FC236}">
                <a16:creationId xmlns:a16="http://schemas.microsoft.com/office/drawing/2014/main" id="{97630791-3A37-8928-0671-4A0ADAB130BF}"/>
              </a:ext>
            </a:extLst>
          </p:cNvPr>
          <p:cNvCxnSpPr>
            <a:stCxn id="444" idx="3"/>
            <a:endCxn id="379" idx="1"/>
          </p:cNvCxnSpPr>
          <p:nvPr/>
        </p:nvCxnSpPr>
        <p:spPr>
          <a:xfrm>
            <a:off x="10910544" y="3131975"/>
            <a:ext cx="43217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直線コネクタ 445">
            <a:extLst>
              <a:ext uri="{FF2B5EF4-FFF2-40B4-BE49-F238E27FC236}">
                <a16:creationId xmlns:a16="http://schemas.microsoft.com/office/drawing/2014/main" id="{BB31EE4F-FE3A-6F69-BF9A-946A0652D775}"/>
              </a:ext>
            </a:extLst>
          </p:cNvPr>
          <p:cNvCxnSpPr>
            <a:cxnSpLocks/>
          </p:cNvCxnSpPr>
          <p:nvPr/>
        </p:nvCxnSpPr>
        <p:spPr>
          <a:xfrm>
            <a:off x="2390237" y="4020672"/>
            <a:ext cx="2230170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9" name="直線コネクタ 448">
            <a:extLst>
              <a:ext uri="{FF2B5EF4-FFF2-40B4-BE49-F238E27FC236}">
                <a16:creationId xmlns:a16="http://schemas.microsoft.com/office/drawing/2014/main" id="{23593CBE-F83D-DF38-3281-CCDFA558857C}"/>
              </a:ext>
            </a:extLst>
          </p:cNvPr>
          <p:cNvCxnSpPr>
            <a:cxnSpLocks/>
          </p:cNvCxnSpPr>
          <p:nvPr/>
        </p:nvCxnSpPr>
        <p:spPr>
          <a:xfrm>
            <a:off x="2390237" y="5280263"/>
            <a:ext cx="2230170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0" name="テキスト ボックス 459">
            <a:extLst>
              <a:ext uri="{FF2B5EF4-FFF2-40B4-BE49-F238E27FC236}">
                <a16:creationId xmlns:a16="http://schemas.microsoft.com/office/drawing/2014/main" id="{E823B5B5-C49C-693E-8E8C-36F5A235AC83}"/>
              </a:ext>
            </a:extLst>
          </p:cNvPr>
          <p:cNvSpPr txBox="1"/>
          <p:nvPr/>
        </p:nvSpPr>
        <p:spPr>
          <a:xfrm>
            <a:off x="2428802" y="4498464"/>
            <a:ext cx="1810466" cy="327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526" dirty="0"/>
              <a:t>ファイル更新者</a:t>
            </a:r>
            <a:endParaRPr kumimoji="1" lang="en-US" altLang="ja-JP" sz="1526" dirty="0"/>
          </a:p>
        </p:txBody>
      </p:sp>
      <p:sp>
        <p:nvSpPr>
          <p:cNvPr id="461" name="テキスト ボックス 460">
            <a:extLst>
              <a:ext uri="{FF2B5EF4-FFF2-40B4-BE49-F238E27FC236}">
                <a16:creationId xmlns:a16="http://schemas.microsoft.com/office/drawing/2014/main" id="{F8DA5456-666E-E44F-D6B0-08D45B2D9DC5}"/>
              </a:ext>
            </a:extLst>
          </p:cNvPr>
          <p:cNvSpPr txBox="1"/>
          <p:nvPr/>
        </p:nvSpPr>
        <p:spPr>
          <a:xfrm>
            <a:off x="2428802" y="5980098"/>
            <a:ext cx="1810466" cy="327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526" dirty="0"/>
              <a:t>ファイル削除者</a:t>
            </a:r>
            <a:endParaRPr kumimoji="1" lang="en-US" altLang="ja-JP" sz="1526" dirty="0"/>
          </a:p>
        </p:txBody>
      </p:sp>
      <p:cxnSp>
        <p:nvCxnSpPr>
          <p:cNvPr id="463" name="直線矢印コネクタ 462">
            <a:extLst>
              <a:ext uri="{FF2B5EF4-FFF2-40B4-BE49-F238E27FC236}">
                <a16:creationId xmlns:a16="http://schemas.microsoft.com/office/drawing/2014/main" id="{B27429F0-8DC1-4C78-951B-CE8B95595EF8}"/>
              </a:ext>
            </a:extLst>
          </p:cNvPr>
          <p:cNvCxnSpPr>
            <a:cxnSpLocks/>
            <a:stCxn id="32" idx="2"/>
            <a:endCxn id="444" idx="0"/>
          </p:cNvCxnSpPr>
          <p:nvPr/>
        </p:nvCxnSpPr>
        <p:spPr>
          <a:xfrm flipH="1">
            <a:off x="10270952" y="2571458"/>
            <a:ext cx="1038" cy="36030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4" name="正方形/長方形 493">
            <a:extLst>
              <a:ext uri="{FF2B5EF4-FFF2-40B4-BE49-F238E27FC236}">
                <a16:creationId xmlns:a16="http://schemas.microsoft.com/office/drawing/2014/main" id="{87054C13-7DD0-C619-E927-35AC5BD0996D}"/>
              </a:ext>
            </a:extLst>
          </p:cNvPr>
          <p:cNvSpPr/>
          <p:nvPr/>
        </p:nvSpPr>
        <p:spPr>
          <a:xfrm>
            <a:off x="16481000" y="8160401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所属更新に</a:t>
            </a:r>
            <a:endParaRPr lang="en-US" altLang="ja-JP" sz="792" dirty="0"/>
          </a:p>
          <a:p>
            <a:pPr algn="ctr"/>
            <a:r>
              <a:rPr lang="ja-JP" altLang="en-US" sz="792" dirty="0"/>
              <a:t>必要な情報を入力</a:t>
            </a:r>
          </a:p>
        </p:txBody>
      </p:sp>
      <p:sp>
        <p:nvSpPr>
          <p:cNvPr id="495" name="正方形/長方形 494">
            <a:extLst>
              <a:ext uri="{FF2B5EF4-FFF2-40B4-BE49-F238E27FC236}">
                <a16:creationId xmlns:a16="http://schemas.microsoft.com/office/drawing/2014/main" id="{310583D4-AA0B-08C1-4E5E-E409CD4D9271}"/>
              </a:ext>
            </a:extLst>
          </p:cNvPr>
          <p:cNvSpPr/>
          <p:nvPr/>
        </p:nvSpPr>
        <p:spPr>
          <a:xfrm>
            <a:off x="14770677" y="8160401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所属更新画面</a:t>
            </a:r>
          </a:p>
        </p:txBody>
      </p:sp>
      <p:sp>
        <p:nvSpPr>
          <p:cNvPr id="496" name="ひし形 495">
            <a:extLst>
              <a:ext uri="{FF2B5EF4-FFF2-40B4-BE49-F238E27FC236}">
                <a16:creationId xmlns:a16="http://schemas.microsoft.com/office/drawing/2014/main" id="{B6F4BEEC-7340-4A73-DA6E-3BC6A86BDC46}"/>
              </a:ext>
            </a:extLst>
          </p:cNvPr>
          <p:cNvSpPr/>
          <p:nvPr/>
        </p:nvSpPr>
        <p:spPr>
          <a:xfrm>
            <a:off x="18092477" y="8160395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確認</a:t>
            </a:r>
            <a:endParaRPr lang="en-US" altLang="ja-JP" sz="792" dirty="0"/>
          </a:p>
          <a:p>
            <a:pPr algn="ctr"/>
            <a:r>
              <a:rPr lang="ja-JP" altLang="en-US" sz="792" dirty="0"/>
              <a:t>ダイアログ</a:t>
            </a:r>
          </a:p>
        </p:txBody>
      </p:sp>
      <p:sp>
        <p:nvSpPr>
          <p:cNvPr id="497" name="ひし形 496">
            <a:extLst>
              <a:ext uri="{FF2B5EF4-FFF2-40B4-BE49-F238E27FC236}">
                <a16:creationId xmlns:a16="http://schemas.microsoft.com/office/drawing/2014/main" id="{45083E7A-72DA-81F3-A605-354380A34686}"/>
              </a:ext>
            </a:extLst>
          </p:cNvPr>
          <p:cNvSpPr/>
          <p:nvPr/>
        </p:nvSpPr>
        <p:spPr>
          <a:xfrm>
            <a:off x="19802803" y="8160395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入力情報が</a:t>
            </a:r>
            <a:endParaRPr lang="en-US" altLang="ja-JP" sz="792" dirty="0"/>
          </a:p>
          <a:p>
            <a:pPr algn="ctr"/>
            <a:r>
              <a:rPr lang="ja-JP" altLang="en-US" sz="792" dirty="0"/>
              <a:t>正しいか</a:t>
            </a:r>
          </a:p>
        </p:txBody>
      </p:sp>
      <p:sp>
        <p:nvSpPr>
          <p:cNvPr id="498" name="正方形/長方形 497">
            <a:extLst>
              <a:ext uri="{FF2B5EF4-FFF2-40B4-BE49-F238E27FC236}">
                <a16:creationId xmlns:a16="http://schemas.microsoft.com/office/drawing/2014/main" id="{0764BCD6-8F33-1BEE-A326-4BB64E3CDE95}"/>
              </a:ext>
            </a:extLst>
          </p:cNvPr>
          <p:cNvSpPr/>
          <p:nvPr/>
        </p:nvSpPr>
        <p:spPr>
          <a:xfrm>
            <a:off x="21613632" y="8733251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所属更新完了</a:t>
            </a:r>
          </a:p>
        </p:txBody>
      </p:sp>
      <p:sp>
        <p:nvSpPr>
          <p:cNvPr id="500" name="円柱 499">
            <a:extLst>
              <a:ext uri="{FF2B5EF4-FFF2-40B4-BE49-F238E27FC236}">
                <a16:creationId xmlns:a16="http://schemas.microsoft.com/office/drawing/2014/main" id="{69E959BB-2113-3A39-90FB-59CACCFDE47F}"/>
              </a:ext>
            </a:extLst>
          </p:cNvPr>
          <p:cNvSpPr/>
          <p:nvPr/>
        </p:nvSpPr>
        <p:spPr>
          <a:xfrm>
            <a:off x="23323955" y="8160395"/>
            <a:ext cx="1279184" cy="40044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システム</a:t>
            </a:r>
          </a:p>
        </p:txBody>
      </p:sp>
      <p:cxnSp>
        <p:nvCxnSpPr>
          <p:cNvPr id="501" name="直線矢印コネクタ 500">
            <a:extLst>
              <a:ext uri="{FF2B5EF4-FFF2-40B4-BE49-F238E27FC236}">
                <a16:creationId xmlns:a16="http://schemas.microsoft.com/office/drawing/2014/main" id="{2B6FFD5C-56A6-E022-9F79-D8777C679822}"/>
              </a:ext>
            </a:extLst>
          </p:cNvPr>
          <p:cNvCxnSpPr>
            <a:cxnSpLocks/>
            <a:endCxn id="498" idx="0"/>
          </p:cNvCxnSpPr>
          <p:nvPr/>
        </p:nvCxnSpPr>
        <p:spPr>
          <a:xfrm>
            <a:off x="22253188" y="8360622"/>
            <a:ext cx="0" cy="372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3" name="正方形/長方形 502">
            <a:extLst>
              <a:ext uri="{FF2B5EF4-FFF2-40B4-BE49-F238E27FC236}">
                <a16:creationId xmlns:a16="http://schemas.microsoft.com/office/drawing/2014/main" id="{A4932BD4-65BA-D0ED-6B33-4F92009F9215}"/>
              </a:ext>
            </a:extLst>
          </p:cNvPr>
          <p:cNvSpPr/>
          <p:nvPr/>
        </p:nvSpPr>
        <p:spPr>
          <a:xfrm>
            <a:off x="19897634" y="8733241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エラーメッセージを</a:t>
            </a:r>
            <a:endParaRPr lang="en-US" altLang="ja-JP" sz="792" dirty="0"/>
          </a:p>
          <a:p>
            <a:pPr algn="ctr"/>
            <a:r>
              <a:rPr lang="ja-JP" altLang="en-US" sz="792" dirty="0"/>
              <a:t>表示</a:t>
            </a:r>
          </a:p>
        </p:txBody>
      </p:sp>
      <p:cxnSp>
        <p:nvCxnSpPr>
          <p:cNvPr id="504" name="コネクタ: カギ線 503">
            <a:extLst>
              <a:ext uri="{FF2B5EF4-FFF2-40B4-BE49-F238E27FC236}">
                <a16:creationId xmlns:a16="http://schemas.microsoft.com/office/drawing/2014/main" id="{F1CC68B2-F962-6377-BDCD-DB0253120762}"/>
              </a:ext>
            </a:extLst>
          </p:cNvPr>
          <p:cNvCxnSpPr>
            <a:cxnSpLocks/>
            <a:stCxn id="503" idx="1"/>
          </p:cNvCxnSpPr>
          <p:nvPr/>
        </p:nvCxnSpPr>
        <p:spPr>
          <a:xfrm rot="10800000">
            <a:off x="15768420" y="8543656"/>
            <a:ext cx="4129221" cy="389806"/>
          </a:xfrm>
          <a:prstGeom prst="bentConnector3">
            <a:avLst>
              <a:gd name="adj1" fmla="val 1000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直線コネクタ 504">
            <a:extLst>
              <a:ext uri="{FF2B5EF4-FFF2-40B4-BE49-F238E27FC236}">
                <a16:creationId xmlns:a16="http://schemas.microsoft.com/office/drawing/2014/main" id="{B5048F76-86CF-78D9-C161-D895E4BCFADC}"/>
              </a:ext>
            </a:extLst>
          </p:cNvPr>
          <p:cNvCxnSpPr>
            <a:cxnSpLocks/>
          </p:cNvCxnSpPr>
          <p:nvPr/>
        </p:nvCxnSpPr>
        <p:spPr>
          <a:xfrm>
            <a:off x="18830882" y="8560877"/>
            <a:ext cx="0" cy="372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6" name="直線矢印コネクタ 505">
            <a:extLst>
              <a:ext uri="{FF2B5EF4-FFF2-40B4-BE49-F238E27FC236}">
                <a16:creationId xmlns:a16="http://schemas.microsoft.com/office/drawing/2014/main" id="{F442ECC7-019F-DFE6-E40E-12D343814C68}"/>
              </a:ext>
            </a:extLst>
          </p:cNvPr>
          <p:cNvCxnSpPr>
            <a:cxnSpLocks/>
          </p:cNvCxnSpPr>
          <p:nvPr/>
        </p:nvCxnSpPr>
        <p:spPr>
          <a:xfrm>
            <a:off x="20544810" y="8560870"/>
            <a:ext cx="0" cy="172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直線矢印コネクタ 506">
            <a:extLst>
              <a:ext uri="{FF2B5EF4-FFF2-40B4-BE49-F238E27FC236}">
                <a16:creationId xmlns:a16="http://schemas.microsoft.com/office/drawing/2014/main" id="{CC54B99E-746B-8D10-45FF-05EE2ECB9EFE}"/>
              </a:ext>
            </a:extLst>
          </p:cNvPr>
          <p:cNvCxnSpPr>
            <a:cxnSpLocks/>
            <a:stCxn id="495" idx="3"/>
            <a:endCxn id="494" idx="1"/>
          </p:cNvCxnSpPr>
          <p:nvPr/>
        </p:nvCxnSpPr>
        <p:spPr>
          <a:xfrm>
            <a:off x="16049880" y="8360615"/>
            <a:ext cx="4311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直線矢印コネクタ 507">
            <a:extLst>
              <a:ext uri="{FF2B5EF4-FFF2-40B4-BE49-F238E27FC236}">
                <a16:creationId xmlns:a16="http://schemas.microsoft.com/office/drawing/2014/main" id="{6953F5EA-4DD1-D176-878A-374D2AF85569}"/>
              </a:ext>
            </a:extLst>
          </p:cNvPr>
          <p:cNvCxnSpPr>
            <a:cxnSpLocks/>
            <a:stCxn id="494" idx="3"/>
            <a:endCxn id="496" idx="1"/>
          </p:cNvCxnSpPr>
          <p:nvPr/>
        </p:nvCxnSpPr>
        <p:spPr>
          <a:xfrm flipV="1">
            <a:off x="17760210" y="8360655"/>
            <a:ext cx="332311" cy="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直線矢印コネクタ 508">
            <a:extLst>
              <a:ext uri="{FF2B5EF4-FFF2-40B4-BE49-F238E27FC236}">
                <a16:creationId xmlns:a16="http://schemas.microsoft.com/office/drawing/2014/main" id="{3F004BB9-5E7B-8B91-362C-31FA8567403C}"/>
              </a:ext>
            </a:extLst>
          </p:cNvPr>
          <p:cNvCxnSpPr>
            <a:cxnSpLocks/>
            <a:stCxn id="496" idx="3"/>
            <a:endCxn id="497" idx="1"/>
          </p:cNvCxnSpPr>
          <p:nvPr/>
        </p:nvCxnSpPr>
        <p:spPr>
          <a:xfrm flipV="1">
            <a:off x="19569308" y="8360676"/>
            <a:ext cx="2334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0" name="テキスト ボックス 519">
            <a:extLst>
              <a:ext uri="{FF2B5EF4-FFF2-40B4-BE49-F238E27FC236}">
                <a16:creationId xmlns:a16="http://schemas.microsoft.com/office/drawing/2014/main" id="{B823F139-2892-2E54-BC15-334564384C71}"/>
              </a:ext>
            </a:extLst>
          </p:cNvPr>
          <p:cNvSpPr txBox="1"/>
          <p:nvPr/>
        </p:nvSpPr>
        <p:spPr>
          <a:xfrm>
            <a:off x="18836566" y="8505638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sp>
        <p:nvSpPr>
          <p:cNvPr id="521" name="テキスト ボックス 520">
            <a:extLst>
              <a:ext uri="{FF2B5EF4-FFF2-40B4-BE49-F238E27FC236}">
                <a16:creationId xmlns:a16="http://schemas.microsoft.com/office/drawing/2014/main" id="{99B7BB20-54E4-93DA-1128-0B580841E4F4}"/>
              </a:ext>
            </a:extLst>
          </p:cNvPr>
          <p:cNvSpPr txBox="1"/>
          <p:nvPr/>
        </p:nvSpPr>
        <p:spPr>
          <a:xfrm>
            <a:off x="19162259" y="8128714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sp>
        <p:nvSpPr>
          <p:cNvPr id="522" name="テキスト ボックス 521">
            <a:extLst>
              <a:ext uri="{FF2B5EF4-FFF2-40B4-BE49-F238E27FC236}">
                <a16:creationId xmlns:a16="http://schemas.microsoft.com/office/drawing/2014/main" id="{573C9729-69B1-37F7-9894-0C78C1212A2E}"/>
              </a:ext>
            </a:extLst>
          </p:cNvPr>
          <p:cNvSpPr txBox="1"/>
          <p:nvPr/>
        </p:nvSpPr>
        <p:spPr>
          <a:xfrm>
            <a:off x="20627339" y="8496038"/>
            <a:ext cx="332165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sp>
        <p:nvSpPr>
          <p:cNvPr id="523" name="テキスト ボックス 522">
            <a:extLst>
              <a:ext uri="{FF2B5EF4-FFF2-40B4-BE49-F238E27FC236}">
                <a16:creationId xmlns:a16="http://schemas.microsoft.com/office/drawing/2014/main" id="{1E8AEE22-5122-7EEB-ED76-B1056B2D7FCA}"/>
              </a:ext>
            </a:extLst>
          </p:cNvPr>
          <p:cNvSpPr txBox="1"/>
          <p:nvPr/>
        </p:nvSpPr>
        <p:spPr>
          <a:xfrm>
            <a:off x="20865856" y="8119110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grpSp>
        <p:nvGrpSpPr>
          <p:cNvPr id="524" name="グループ化 523">
            <a:extLst>
              <a:ext uri="{FF2B5EF4-FFF2-40B4-BE49-F238E27FC236}">
                <a16:creationId xmlns:a16="http://schemas.microsoft.com/office/drawing/2014/main" id="{4EABBD61-012D-CC72-B893-E2B261CA9156}"/>
              </a:ext>
            </a:extLst>
          </p:cNvPr>
          <p:cNvGrpSpPr/>
          <p:nvPr/>
        </p:nvGrpSpPr>
        <p:grpSpPr>
          <a:xfrm>
            <a:off x="21279670" y="8360605"/>
            <a:ext cx="2042632" cy="22"/>
            <a:chOff x="15295712" y="1206779"/>
            <a:chExt cx="1805544" cy="11"/>
          </a:xfrm>
        </p:grpSpPr>
        <p:cxnSp>
          <p:nvCxnSpPr>
            <p:cNvPr id="525" name="直線矢印コネクタ 524">
              <a:extLst>
                <a:ext uri="{FF2B5EF4-FFF2-40B4-BE49-F238E27FC236}">
                  <a16:creationId xmlns:a16="http://schemas.microsoft.com/office/drawing/2014/main" id="{55041622-81FE-85CE-07E1-208512F66FDC}"/>
                </a:ext>
              </a:extLst>
            </p:cNvPr>
            <p:cNvCxnSpPr>
              <a:cxnSpLocks/>
            </p:cNvCxnSpPr>
            <p:nvPr/>
          </p:nvCxnSpPr>
          <p:spPr>
            <a:xfrm>
              <a:off x="15295712" y="1206779"/>
              <a:ext cx="1738826" cy="0"/>
            </a:xfrm>
            <a:prstGeom prst="straightConnector1">
              <a:avLst/>
            </a:prstGeom>
            <a:ln w="9525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26" name="直線矢印コネクタ 525">
              <a:extLst>
                <a:ext uri="{FF2B5EF4-FFF2-40B4-BE49-F238E27FC236}">
                  <a16:creationId xmlns:a16="http://schemas.microsoft.com/office/drawing/2014/main" id="{8D36B95A-8490-08E7-5C63-4A91D8565A1A}"/>
                </a:ext>
              </a:extLst>
            </p:cNvPr>
            <p:cNvCxnSpPr>
              <a:cxnSpLocks/>
            </p:cNvCxnSpPr>
            <p:nvPr/>
          </p:nvCxnSpPr>
          <p:spPr>
            <a:xfrm>
              <a:off x="17034533" y="1206789"/>
              <a:ext cx="6672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1" name="正方形/長方形 540">
            <a:extLst>
              <a:ext uri="{FF2B5EF4-FFF2-40B4-BE49-F238E27FC236}">
                <a16:creationId xmlns:a16="http://schemas.microsoft.com/office/drawing/2014/main" id="{367581AC-1E78-24F5-BDA9-6711B862A4DA}"/>
              </a:ext>
            </a:extLst>
          </p:cNvPr>
          <p:cNvSpPr/>
          <p:nvPr/>
        </p:nvSpPr>
        <p:spPr>
          <a:xfrm>
            <a:off x="16473701" y="10919560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役職登録に</a:t>
            </a:r>
            <a:endParaRPr lang="en-US" altLang="ja-JP" sz="792" dirty="0"/>
          </a:p>
          <a:p>
            <a:pPr algn="ctr"/>
            <a:r>
              <a:rPr lang="ja-JP" altLang="en-US" sz="792" dirty="0"/>
              <a:t>必要な情報を入力</a:t>
            </a:r>
          </a:p>
        </p:txBody>
      </p:sp>
      <p:sp>
        <p:nvSpPr>
          <p:cNvPr id="542" name="正方形/長方形 541">
            <a:extLst>
              <a:ext uri="{FF2B5EF4-FFF2-40B4-BE49-F238E27FC236}">
                <a16:creationId xmlns:a16="http://schemas.microsoft.com/office/drawing/2014/main" id="{60F62BAD-034F-8621-64F1-19A7F0B98687}"/>
              </a:ext>
            </a:extLst>
          </p:cNvPr>
          <p:cNvSpPr/>
          <p:nvPr/>
        </p:nvSpPr>
        <p:spPr>
          <a:xfrm>
            <a:off x="14763372" y="10919560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役職登録画面</a:t>
            </a:r>
          </a:p>
        </p:txBody>
      </p:sp>
      <p:sp>
        <p:nvSpPr>
          <p:cNvPr id="543" name="正方形/長方形 542">
            <a:extLst>
              <a:ext uri="{FF2B5EF4-FFF2-40B4-BE49-F238E27FC236}">
                <a16:creationId xmlns:a16="http://schemas.microsoft.com/office/drawing/2014/main" id="{9170E02C-7C9B-8AE8-0B64-85EAF192EBB0}"/>
              </a:ext>
            </a:extLst>
          </p:cNvPr>
          <p:cNvSpPr/>
          <p:nvPr/>
        </p:nvSpPr>
        <p:spPr>
          <a:xfrm>
            <a:off x="13053049" y="10919560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792" dirty="0"/>
              <a:t>『</a:t>
            </a:r>
            <a:r>
              <a:rPr lang="ja-JP" altLang="en-US" sz="792" dirty="0"/>
              <a:t>登録</a:t>
            </a:r>
            <a:r>
              <a:rPr lang="en-US" altLang="ja-JP" sz="792" dirty="0"/>
              <a:t>』</a:t>
            </a:r>
            <a:r>
              <a:rPr lang="ja-JP" altLang="en-US" sz="792" dirty="0"/>
              <a:t>ボタン押下</a:t>
            </a:r>
          </a:p>
        </p:txBody>
      </p:sp>
      <p:sp>
        <p:nvSpPr>
          <p:cNvPr id="544" name="四角形: 角を丸くする 543">
            <a:extLst>
              <a:ext uri="{FF2B5EF4-FFF2-40B4-BE49-F238E27FC236}">
                <a16:creationId xmlns:a16="http://schemas.microsoft.com/office/drawing/2014/main" id="{357C0E8A-1225-6DFB-6D51-F0E08111179B}"/>
              </a:ext>
            </a:extLst>
          </p:cNvPr>
          <p:cNvSpPr/>
          <p:nvPr/>
        </p:nvSpPr>
        <p:spPr>
          <a:xfrm>
            <a:off x="11342718" y="10919560"/>
            <a:ext cx="1279184" cy="4004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役職管理画面</a:t>
            </a:r>
          </a:p>
        </p:txBody>
      </p:sp>
      <p:sp>
        <p:nvSpPr>
          <p:cNvPr id="545" name="ひし形 544">
            <a:extLst>
              <a:ext uri="{FF2B5EF4-FFF2-40B4-BE49-F238E27FC236}">
                <a16:creationId xmlns:a16="http://schemas.microsoft.com/office/drawing/2014/main" id="{207CF9F7-04A0-72B6-A1C3-F4CC95F9D8EC}"/>
              </a:ext>
            </a:extLst>
          </p:cNvPr>
          <p:cNvSpPr/>
          <p:nvPr/>
        </p:nvSpPr>
        <p:spPr>
          <a:xfrm>
            <a:off x="18085171" y="10919560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確認</a:t>
            </a:r>
            <a:endParaRPr lang="en-US" altLang="ja-JP" sz="792" dirty="0"/>
          </a:p>
          <a:p>
            <a:pPr algn="ctr"/>
            <a:r>
              <a:rPr lang="ja-JP" altLang="en-US" sz="792" dirty="0"/>
              <a:t>ダイアログ</a:t>
            </a:r>
          </a:p>
        </p:txBody>
      </p:sp>
      <p:sp>
        <p:nvSpPr>
          <p:cNvPr id="546" name="ひし形 545">
            <a:extLst>
              <a:ext uri="{FF2B5EF4-FFF2-40B4-BE49-F238E27FC236}">
                <a16:creationId xmlns:a16="http://schemas.microsoft.com/office/drawing/2014/main" id="{038D74E1-E22A-2DE5-BD13-E471BC56789F}"/>
              </a:ext>
            </a:extLst>
          </p:cNvPr>
          <p:cNvSpPr/>
          <p:nvPr/>
        </p:nvSpPr>
        <p:spPr>
          <a:xfrm>
            <a:off x="19795495" y="10919555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入力情報が</a:t>
            </a:r>
            <a:endParaRPr lang="en-US" altLang="ja-JP" sz="792" dirty="0"/>
          </a:p>
          <a:p>
            <a:pPr algn="ctr"/>
            <a:r>
              <a:rPr lang="ja-JP" altLang="en-US" sz="792" dirty="0"/>
              <a:t>正しいか</a:t>
            </a:r>
          </a:p>
        </p:txBody>
      </p:sp>
      <p:sp>
        <p:nvSpPr>
          <p:cNvPr id="547" name="正方形/長方形 546">
            <a:extLst>
              <a:ext uri="{FF2B5EF4-FFF2-40B4-BE49-F238E27FC236}">
                <a16:creationId xmlns:a16="http://schemas.microsoft.com/office/drawing/2014/main" id="{5D8A2FC8-C436-0A3D-819F-EA66EE0D4FC8}"/>
              </a:ext>
            </a:extLst>
          </p:cNvPr>
          <p:cNvSpPr/>
          <p:nvPr/>
        </p:nvSpPr>
        <p:spPr>
          <a:xfrm>
            <a:off x="21606324" y="11492407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役職登録完了</a:t>
            </a:r>
          </a:p>
        </p:txBody>
      </p:sp>
      <p:sp>
        <p:nvSpPr>
          <p:cNvPr id="549" name="円柱 548">
            <a:extLst>
              <a:ext uri="{FF2B5EF4-FFF2-40B4-BE49-F238E27FC236}">
                <a16:creationId xmlns:a16="http://schemas.microsoft.com/office/drawing/2014/main" id="{AB03FCAA-493A-411B-79A5-0CF13F99E3BC}"/>
              </a:ext>
            </a:extLst>
          </p:cNvPr>
          <p:cNvSpPr/>
          <p:nvPr/>
        </p:nvSpPr>
        <p:spPr>
          <a:xfrm>
            <a:off x="23316651" y="10919554"/>
            <a:ext cx="1279184" cy="40044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システム</a:t>
            </a:r>
          </a:p>
        </p:txBody>
      </p:sp>
      <p:cxnSp>
        <p:nvCxnSpPr>
          <p:cNvPr id="550" name="直線矢印コネクタ 549">
            <a:extLst>
              <a:ext uri="{FF2B5EF4-FFF2-40B4-BE49-F238E27FC236}">
                <a16:creationId xmlns:a16="http://schemas.microsoft.com/office/drawing/2014/main" id="{D6733E74-0491-8DD5-C61E-17E50624CF54}"/>
              </a:ext>
            </a:extLst>
          </p:cNvPr>
          <p:cNvCxnSpPr>
            <a:cxnSpLocks/>
            <a:endCxn id="547" idx="0"/>
          </p:cNvCxnSpPr>
          <p:nvPr/>
        </p:nvCxnSpPr>
        <p:spPr>
          <a:xfrm>
            <a:off x="22245883" y="11119774"/>
            <a:ext cx="0" cy="372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2" name="正方形/長方形 551">
            <a:extLst>
              <a:ext uri="{FF2B5EF4-FFF2-40B4-BE49-F238E27FC236}">
                <a16:creationId xmlns:a16="http://schemas.microsoft.com/office/drawing/2014/main" id="{C9CF6B3C-A449-F342-EC05-7FD53377625A}"/>
              </a:ext>
            </a:extLst>
          </p:cNvPr>
          <p:cNvSpPr/>
          <p:nvPr/>
        </p:nvSpPr>
        <p:spPr>
          <a:xfrm>
            <a:off x="19890327" y="11492400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エラーメッセージを</a:t>
            </a:r>
            <a:endParaRPr lang="en-US" altLang="ja-JP" sz="792" dirty="0"/>
          </a:p>
          <a:p>
            <a:pPr algn="ctr"/>
            <a:r>
              <a:rPr lang="ja-JP" altLang="en-US" sz="792" dirty="0"/>
              <a:t>表示</a:t>
            </a:r>
          </a:p>
        </p:txBody>
      </p:sp>
      <p:cxnSp>
        <p:nvCxnSpPr>
          <p:cNvPr id="553" name="コネクタ: カギ線 552">
            <a:extLst>
              <a:ext uri="{FF2B5EF4-FFF2-40B4-BE49-F238E27FC236}">
                <a16:creationId xmlns:a16="http://schemas.microsoft.com/office/drawing/2014/main" id="{AFFBC8BF-E1F9-82D3-E3F8-532CBEED752D}"/>
              </a:ext>
            </a:extLst>
          </p:cNvPr>
          <p:cNvCxnSpPr>
            <a:cxnSpLocks/>
            <a:stCxn id="552" idx="1"/>
            <a:endCxn id="542" idx="2"/>
          </p:cNvCxnSpPr>
          <p:nvPr/>
        </p:nvCxnSpPr>
        <p:spPr>
          <a:xfrm rot="10800000">
            <a:off x="15402966" y="11320025"/>
            <a:ext cx="4487366" cy="3726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4" name="直線コネクタ 553">
            <a:extLst>
              <a:ext uri="{FF2B5EF4-FFF2-40B4-BE49-F238E27FC236}">
                <a16:creationId xmlns:a16="http://schemas.microsoft.com/office/drawing/2014/main" id="{8B639FBD-B2A4-CB4D-EF6C-6AFA156F7F55}"/>
              </a:ext>
            </a:extLst>
          </p:cNvPr>
          <p:cNvCxnSpPr>
            <a:cxnSpLocks/>
          </p:cNvCxnSpPr>
          <p:nvPr/>
        </p:nvCxnSpPr>
        <p:spPr>
          <a:xfrm>
            <a:off x="18823579" y="11320036"/>
            <a:ext cx="0" cy="372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5" name="直線矢印コネクタ 554">
            <a:extLst>
              <a:ext uri="{FF2B5EF4-FFF2-40B4-BE49-F238E27FC236}">
                <a16:creationId xmlns:a16="http://schemas.microsoft.com/office/drawing/2014/main" id="{8472ABDE-A190-DBAB-1C10-2EB1B00BACF5}"/>
              </a:ext>
            </a:extLst>
          </p:cNvPr>
          <p:cNvCxnSpPr>
            <a:cxnSpLocks/>
            <a:endCxn id="552" idx="0"/>
          </p:cNvCxnSpPr>
          <p:nvPr/>
        </p:nvCxnSpPr>
        <p:spPr>
          <a:xfrm>
            <a:off x="20529885" y="11320028"/>
            <a:ext cx="0" cy="172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6" name="直線矢印コネクタ 555">
            <a:extLst>
              <a:ext uri="{FF2B5EF4-FFF2-40B4-BE49-F238E27FC236}">
                <a16:creationId xmlns:a16="http://schemas.microsoft.com/office/drawing/2014/main" id="{A3C4A376-2151-F455-D93C-D699A8D23602}"/>
              </a:ext>
            </a:extLst>
          </p:cNvPr>
          <p:cNvCxnSpPr>
            <a:cxnSpLocks/>
            <a:endCxn id="543" idx="1"/>
          </p:cNvCxnSpPr>
          <p:nvPr/>
        </p:nvCxnSpPr>
        <p:spPr>
          <a:xfrm>
            <a:off x="12621923" y="11119829"/>
            <a:ext cx="431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7" name="直線矢印コネクタ 556">
            <a:extLst>
              <a:ext uri="{FF2B5EF4-FFF2-40B4-BE49-F238E27FC236}">
                <a16:creationId xmlns:a16="http://schemas.microsoft.com/office/drawing/2014/main" id="{23298243-9A0E-96E6-EB7B-77B63C943CA5}"/>
              </a:ext>
            </a:extLst>
          </p:cNvPr>
          <p:cNvCxnSpPr>
            <a:cxnSpLocks/>
            <a:stCxn id="543" idx="3"/>
            <a:endCxn id="542" idx="1"/>
          </p:cNvCxnSpPr>
          <p:nvPr/>
        </p:nvCxnSpPr>
        <p:spPr>
          <a:xfrm>
            <a:off x="14332250" y="11119829"/>
            <a:ext cx="431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8" name="直線矢印コネクタ 557">
            <a:extLst>
              <a:ext uri="{FF2B5EF4-FFF2-40B4-BE49-F238E27FC236}">
                <a16:creationId xmlns:a16="http://schemas.microsoft.com/office/drawing/2014/main" id="{A274C42B-39FA-68D0-1F4D-9429906C653C}"/>
              </a:ext>
            </a:extLst>
          </p:cNvPr>
          <p:cNvCxnSpPr>
            <a:cxnSpLocks/>
            <a:stCxn id="542" idx="3"/>
            <a:endCxn id="541" idx="1"/>
          </p:cNvCxnSpPr>
          <p:nvPr/>
        </p:nvCxnSpPr>
        <p:spPr>
          <a:xfrm>
            <a:off x="16042578" y="11119774"/>
            <a:ext cx="4311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直線矢印コネクタ 558">
            <a:extLst>
              <a:ext uri="{FF2B5EF4-FFF2-40B4-BE49-F238E27FC236}">
                <a16:creationId xmlns:a16="http://schemas.microsoft.com/office/drawing/2014/main" id="{C991AA11-677D-A600-405B-3379D1A092D7}"/>
              </a:ext>
            </a:extLst>
          </p:cNvPr>
          <p:cNvCxnSpPr>
            <a:cxnSpLocks/>
            <a:stCxn id="541" idx="3"/>
            <a:endCxn id="545" idx="1"/>
          </p:cNvCxnSpPr>
          <p:nvPr/>
        </p:nvCxnSpPr>
        <p:spPr>
          <a:xfrm flipV="1">
            <a:off x="17752910" y="11119812"/>
            <a:ext cx="332311" cy="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直線矢印コネクタ 559">
            <a:extLst>
              <a:ext uri="{FF2B5EF4-FFF2-40B4-BE49-F238E27FC236}">
                <a16:creationId xmlns:a16="http://schemas.microsoft.com/office/drawing/2014/main" id="{1247C2D3-D49C-F92E-8F97-30984A1B3EE7}"/>
              </a:ext>
            </a:extLst>
          </p:cNvPr>
          <p:cNvCxnSpPr>
            <a:cxnSpLocks/>
            <a:stCxn id="545" idx="3"/>
            <a:endCxn id="546" idx="1"/>
          </p:cNvCxnSpPr>
          <p:nvPr/>
        </p:nvCxnSpPr>
        <p:spPr>
          <a:xfrm flipV="1">
            <a:off x="19562004" y="11119829"/>
            <a:ext cx="2334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1" name="四角形: 角を丸くする 560">
            <a:extLst>
              <a:ext uri="{FF2B5EF4-FFF2-40B4-BE49-F238E27FC236}">
                <a16:creationId xmlns:a16="http://schemas.microsoft.com/office/drawing/2014/main" id="{82C0BDDB-0F2C-7437-7C0E-60E149840928}"/>
              </a:ext>
            </a:extLst>
          </p:cNvPr>
          <p:cNvSpPr/>
          <p:nvPr/>
        </p:nvSpPr>
        <p:spPr>
          <a:xfrm>
            <a:off x="13055492" y="12139686"/>
            <a:ext cx="1279184" cy="4004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データを選択して</a:t>
            </a:r>
            <a:endParaRPr lang="en-US" altLang="ja-JP" sz="792" dirty="0"/>
          </a:p>
          <a:p>
            <a:pPr algn="ctr"/>
            <a:r>
              <a:rPr lang="en-US" altLang="ja-JP" sz="792" dirty="0"/>
              <a:t>『</a:t>
            </a:r>
            <a:r>
              <a:rPr lang="ja-JP" altLang="en-US" sz="792" dirty="0"/>
              <a:t>更新</a:t>
            </a:r>
            <a:r>
              <a:rPr lang="en-US" altLang="ja-JP" sz="792" dirty="0"/>
              <a:t>』</a:t>
            </a:r>
            <a:r>
              <a:rPr lang="ja-JP" altLang="en-US" sz="792" dirty="0"/>
              <a:t>ボタン押下</a:t>
            </a:r>
          </a:p>
        </p:txBody>
      </p:sp>
      <p:cxnSp>
        <p:nvCxnSpPr>
          <p:cNvPr id="562" name="直線矢印コネクタ 561">
            <a:extLst>
              <a:ext uri="{FF2B5EF4-FFF2-40B4-BE49-F238E27FC236}">
                <a16:creationId xmlns:a16="http://schemas.microsoft.com/office/drawing/2014/main" id="{36F8A3AD-587C-7F90-8EDC-D9AC517523E7}"/>
              </a:ext>
            </a:extLst>
          </p:cNvPr>
          <p:cNvCxnSpPr>
            <a:cxnSpLocks/>
          </p:cNvCxnSpPr>
          <p:nvPr/>
        </p:nvCxnSpPr>
        <p:spPr>
          <a:xfrm>
            <a:off x="14334692" y="12339959"/>
            <a:ext cx="431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コネクタ: カギ線 562">
            <a:extLst>
              <a:ext uri="{FF2B5EF4-FFF2-40B4-BE49-F238E27FC236}">
                <a16:creationId xmlns:a16="http://schemas.microsoft.com/office/drawing/2014/main" id="{5892D54E-8FE9-FEB7-066D-0BB8BD799EE3}"/>
              </a:ext>
            </a:extLst>
          </p:cNvPr>
          <p:cNvCxnSpPr>
            <a:cxnSpLocks/>
            <a:stCxn id="544" idx="2"/>
            <a:endCxn id="561" idx="1"/>
          </p:cNvCxnSpPr>
          <p:nvPr/>
        </p:nvCxnSpPr>
        <p:spPr>
          <a:xfrm rot="16200000" flipH="1">
            <a:off x="12008944" y="11293363"/>
            <a:ext cx="1019906" cy="107318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4" name="テキスト ボックス 563">
            <a:extLst>
              <a:ext uri="{FF2B5EF4-FFF2-40B4-BE49-F238E27FC236}">
                <a16:creationId xmlns:a16="http://schemas.microsoft.com/office/drawing/2014/main" id="{B331B139-6524-3871-5313-FA1E8E1C98FD}"/>
              </a:ext>
            </a:extLst>
          </p:cNvPr>
          <p:cNvSpPr txBox="1"/>
          <p:nvPr/>
        </p:nvSpPr>
        <p:spPr>
          <a:xfrm>
            <a:off x="20538165" y="11255190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sp>
        <p:nvSpPr>
          <p:cNvPr id="565" name="テキスト ボックス 564">
            <a:extLst>
              <a:ext uri="{FF2B5EF4-FFF2-40B4-BE49-F238E27FC236}">
                <a16:creationId xmlns:a16="http://schemas.microsoft.com/office/drawing/2014/main" id="{8220CB21-03AF-3244-7537-1F68DED10E07}"/>
              </a:ext>
            </a:extLst>
          </p:cNvPr>
          <p:cNvSpPr txBox="1"/>
          <p:nvPr/>
        </p:nvSpPr>
        <p:spPr>
          <a:xfrm>
            <a:off x="19153540" y="10878265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sp>
        <p:nvSpPr>
          <p:cNvPr id="566" name="テキスト ボックス 565">
            <a:extLst>
              <a:ext uri="{FF2B5EF4-FFF2-40B4-BE49-F238E27FC236}">
                <a16:creationId xmlns:a16="http://schemas.microsoft.com/office/drawing/2014/main" id="{8347D38E-3102-F061-99B3-FA555A1372B6}"/>
              </a:ext>
            </a:extLst>
          </p:cNvPr>
          <p:cNvSpPr txBox="1"/>
          <p:nvPr/>
        </p:nvSpPr>
        <p:spPr>
          <a:xfrm>
            <a:off x="18824661" y="11233512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grpSp>
        <p:nvGrpSpPr>
          <p:cNvPr id="567" name="グループ化 566">
            <a:extLst>
              <a:ext uri="{FF2B5EF4-FFF2-40B4-BE49-F238E27FC236}">
                <a16:creationId xmlns:a16="http://schemas.microsoft.com/office/drawing/2014/main" id="{8389E306-5965-A189-CA52-9A9AF9C508DC}"/>
              </a:ext>
            </a:extLst>
          </p:cNvPr>
          <p:cNvGrpSpPr/>
          <p:nvPr/>
        </p:nvGrpSpPr>
        <p:grpSpPr>
          <a:xfrm>
            <a:off x="21272366" y="11121073"/>
            <a:ext cx="2042632" cy="22"/>
            <a:chOff x="15295712" y="1206779"/>
            <a:chExt cx="1805544" cy="11"/>
          </a:xfrm>
        </p:grpSpPr>
        <p:cxnSp>
          <p:nvCxnSpPr>
            <p:cNvPr id="568" name="直線矢印コネクタ 567">
              <a:extLst>
                <a:ext uri="{FF2B5EF4-FFF2-40B4-BE49-F238E27FC236}">
                  <a16:creationId xmlns:a16="http://schemas.microsoft.com/office/drawing/2014/main" id="{A39A4D7F-1FAA-4858-8BA2-F91F1E19EC1A}"/>
                </a:ext>
              </a:extLst>
            </p:cNvPr>
            <p:cNvCxnSpPr>
              <a:cxnSpLocks/>
            </p:cNvCxnSpPr>
            <p:nvPr/>
          </p:nvCxnSpPr>
          <p:spPr>
            <a:xfrm>
              <a:off x="15295712" y="1206779"/>
              <a:ext cx="1738826" cy="0"/>
            </a:xfrm>
            <a:prstGeom prst="straightConnector1">
              <a:avLst/>
            </a:prstGeom>
            <a:ln w="9525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69" name="直線矢印コネクタ 568">
              <a:extLst>
                <a:ext uri="{FF2B5EF4-FFF2-40B4-BE49-F238E27FC236}">
                  <a16:creationId xmlns:a16="http://schemas.microsoft.com/office/drawing/2014/main" id="{5DEA9329-91E4-9892-7EC3-04F7B28FA403}"/>
                </a:ext>
              </a:extLst>
            </p:cNvPr>
            <p:cNvCxnSpPr>
              <a:cxnSpLocks/>
            </p:cNvCxnSpPr>
            <p:nvPr/>
          </p:nvCxnSpPr>
          <p:spPr>
            <a:xfrm>
              <a:off x="17034533" y="1206789"/>
              <a:ext cx="6672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0" name="正方形/長方形 569">
            <a:extLst>
              <a:ext uri="{FF2B5EF4-FFF2-40B4-BE49-F238E27FC236}">
                <a16:creationId xmlns:a16="http://schemas.microsoft.com/office/drawing/2014/main" id="{7AD08FA1-BA3B-70B5-1DE1-30D17A298BB1}"/>
              </a:ext>
            </a:extLst>
          </p:cNvPr>
          <p:cNvSpPr/>
          <p:nvPr/>
        </p:nvSpPr>
        <p:spPr>
          <a:xfrm>
            <a:off x="16481000" y="12155465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役職更新に</a:t>
            </a:r>
            <a:endParaRPr lang="en-US" altLang="ja-JP" sz="792" dirty="0"/>
          </a:p>
          <a:p>
            <a:pPr algn="ctr"/>
            <a:r>
              <a:rPr lang="ja-JP" altLang="en-US" sz="792" dirty="0"/>
              <a:t>必要な情報を入力</a:t>
            </a:r>
          </a:p>
        </p:txBody>
      </p:sp>
      <p:sp>
        <p:nvSpPr>
          <p:cNvPr id="571" name="正方形/長方形 570">
            <a:extLst>
              <a:ext uri="{FF2B5EF4-FFF2-40B4-BE49-F238E27FC236}">
                <a16:creationId xmlns:a16="http://schemas.microsoft.com/office/drawing/2014/main" id="{084C0A26-4D11-F2B9-DAEE-C5175EBCD2A0}"/>
              </a:ext>
            </a:extLst>
          </p:cNvPr>
          <p:cNvSpPr/>
          <p:nvPr/>
        </p:nvSpPr>
        <p:spPr>
          <a:xfrm>
            <a:off x="14770677" y="12155465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役職更新画面</a:t>
            </a:r>
          </a:p>
        </p:txBody>
      </p:sp>
      <p:sp>
        <p:nvSpPr>
          <p:cNvPr id="572" name="ひし形 571">
            <a:extLst>
              <a:ext uri="{FF2B5EF4-FFF2-40B4-BE49-F238E27FC236}">
                <a16:creationId xmlns:a16="http://schemas.microsoft.com/office/drawing/2014/main" id="{AA6E3DEC-616B-CB29-8379-AE0A4D4ED1C6}"/>
              </a:ext>
            </a:extLst>
          </p:cNvPr>
          <p:cNvSpPr/>
          <p:nvPr/>
        </p:nvSpPr>
        <p:spPr>
          <a:xfrm>
            <a:off x="18092477" y="12155459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確認</a:t>
            </a:r>
            <a:endParaRPr lang="en-US" altLang="ja-JP" sz="792" dirty="0"/>
          </a:p>
          <a:p>
            <a:pPr algn="ctr"/>
            <a:r>
              <a:rPr lang="ja-JP" altLang="en-US" sz="792" dirty="0"/>
              <a:t>ダイアログ</a:t>
            </a:r>
          </a:p>
        </p:txBody>
      </p:sp>
      <p:sp>
        <p:nvSpPr>
          <p:cNvPr id="573" name="ひし形 572">
            <a:extLst>
              <a:ext uri="{FF2B5EF4-FFF2-40B4-BE49-F238E27FC236}">
                <a16:creationId xmlns:a16="http://schemas.microsoft.com/office/drawing/2014/main" id="{54DA3B32-0E01-3CE8-DB54-0FE903CBD718}"/>
              </a:ext>
            </a:extLst>
          </p:cNvPr>
          <p:cNvSpPr/>
          <p:nvPr/>
        </p:nvSpPr>
        <p:spPr>
          <a:xfrm>
            <a:off x="19802803" y="12155459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入力情報が</a:t>
            </a:r>
            <a:endParaRPr lang="en-US" altLang="ja-JP" sz="792" dirty="0"/>
          </a:p>
          <a:p>
            <a:pPr algn="ctr"/>
            <a:r>
              <a:rPr lang="ja-JP" altLang="en-US" sz="792" dirty="0"/>
              <a:t>正しいか</a:t>
            </a:r>
          </a:p>
        </p:txBody>
      </p:sp>
      <p:sp>
        <p:nvSpPr>
          <p:cNvPr id="574" name="正方形/長方形 573">
            <a:extLst>
              <a:ext uri="{FF2B5EF4-FFF2-40B4-BE49-F238E27FC236}">
                <a16:creationId xmlns:a16="http://schemas.microsoft.com/office/drawing/2014/main" id="{E1172518-93E2-D2F5-8B01-D2767D221F8D}"/>
              </a:ext>
            </a:extLst>
          </p:cNvPr>
          <p:cNvSpPr/>
          <p:nvPr/>
        </p:nvSpPr>
        <p:spPr>
          <a:xfrm>
            <a:off x="21613632" y="12728315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役職更新完了</a:t>
            </a:r>
          </a:p>
        </p:txBody>
      </p:sp>
      <p:sp>
        <p:nvSpPr>
          <p:cNvPr id="576" name="円柱 575">
            <a:extLst>
              <a:ext uri="{FF2B5EF4-FFF2-40B4-BE49-F238E27FC236}">
                <a16:creationId xmlns:a16="http://schemas.microsoft.com/office/drawing/2014/main" id="{DB1681E3-8F02-800C-8D20-4520875ADF17}"/>
              </a:ext>
            </a:extLst>
          </p:cNvPr>
          <p:cNvSpPr/>
          <p:nvPr/>
        </p:nvSpPr>
        <p:spPr>
          <a:xfrm>
            <a:off x="23323955" y="12155459"/>
            <a:ext cx="1279184" cy="40044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システム</a:t>
            </a:r>
          </a:p>
        </p:txBody>
      </p:sp>
      <p:cxnSp>
        <p:nvCxnSpPr>
          <p:cNvPr id="577" name="直線矢印コネクタ 576">
            <a:extLst>
              <a:ext uri="{FF2B5EF4-FFF2-40B4-BE49-F238E27FC236}">
                <a16:creationId xmlns:a16="http://schemas.microsoft.com/office/drawing/2014/main" id="{46E60FFE-BCC2-0166-444D-3A72FB21E629}"/>
              </a:ext>
            </a:extLst>
          </p:cNvPr>
          <p:cNvCxnSpPr>
            <a:cxnSpLocks/>
            <a:endCxn id="574" idx="0"/>
          </p:cNvCxnSpPr>
          <p:nvPr/>
        </p:nvCxnSpPr>
        <p:spPr>
          <a:xfrm>
            <a:off x="22253188" y="12355685"/>
            <a:ext cx="0" cy="372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9" name="正方形/長方形 578">
            <a:extLst>
              <a:ext uri="{FF2B5EF4-FFF2-40B4-BE49-F238E27FC236}">
                <a16:creationId xmlns:a16="http://schemas.microsoft.com/office/drawing/2014/main" id="{7D984AAC-64A6-5651-DABD-7D599548ADC7}"/>
              </a:ext>
            </a:extLst>
          </p:cNvPr>
          <p:cNvSpPr/>
          <p:nvPr/>
        </p:nvSpPr>
        <p:spPr>
          <a:xfrm>
            <a:off x="19897634" y="12728305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エラーメッセージを</a:t>
            </a:r>
            <a:endParaRPr lang="en-US" altLang="ja-JP" sz="792" dirty="0"/>
          </a:p>
          <a:p>
            <a:pPr algn="ctr"/>
            <a:r>
              <a:rPr lang="ja-JP" altLang="en-US" sz="792" dirty="0"/>
              <a:t>表示</a:t>
            </a:r>
          </a:p>
        </p:txBody>
      </p:sp>
      <p:cxnSp>
        <p:nvCxnSpPr>
          <p:cNvPr id="580" name="コネクタ: カギ線 579">
            <a:extLst>
              <a:ext uri="{FF2B5EF4-FFF2-40B4-BE49-F238E27FC236}">
                <a16:creationId xmlns:a16="http://schemas.microsoft.com/office/drawing/2014/main" id="{2D92A778-8DFD-F50F-15A1-CCA11A2A1194}"/>
              </a:ext>
            </a:extLst>
          </p:cNvPr>
          <p:cNvCxnSpPr>
            <a:cxnSpLocks/>
            <a:stCxn id="579" idx="1"/>
          </p:cNvCxnSpPr>
          <p:nvPr/>
        </p:nvCxnSpPr>
        <p:spPr>
          <a:xfrm rot="10800000">
            <a:off x="15768420" y="12538720"/>
            <a:ext cx="4129221" cy="389806"/>
          </a:xfrm>
          <a:prstGeom prst="bentConnector3">
            <a:avLst>
              <a:gd name="adj1" fmla="val 1000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1" name="直線コネクタ 580">
            <a:extLst>
              <a:ext uri="{FF2B5EF4-FFF2-40B4-BE49-F238E27FC236}">
                <a16:creationId xmlns:a16="http://schemas.microsoft.com/office/drawing/2014/main" id="{A56B4F24-39D2-C758-C68A-6E8BFBBEA858}"/>
              </a:ext>
            </a:extLst>
          </p:cNvPr>
          <p:cNvCxnSpPr>
            <a:cxnSpLocks/>
          </p:cNvCxnSpPr>
          <p:nvPr/>
        </p:nvCxnSpPr>
        <p:spPr>
          <a:xfrm>
            <a:off x="18830882" y="12555941"/>
            <a:ext cx="0" cy="372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2" name="直線矢印コネクタ 581">
            <a:extLst>
              <a:ext uri="{FF2B5EF4-FFF2-40B4-BE49-F238E27FC236}">
                <a16:creationId xmlns:a16="http://schemas.microsoft.com/office/drawing/2014/main" id="{E67EB116-7E2C-24AE-9DDC-0AA2228C4CCA}"/>
              </a:ext>
            </a:extLst>
          </p:cNvPr>
          <p:cNvCxnSpPr>
            <a:endCxn id="579" idx="0"/>
          </p:cNvCxnSpPr>
          <p:nvPr/>
        </p:nvCxnSpPr>
        <p:spPr>
          <a:xfrm>
            <a:off x="20537190" y="12555933"/>
            <a:ext cx="0" cy="172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3" name="直線矢印コネクタ 582">
            <a:extLst>
              <a:ext uri="{FF2B5EF4-FFF2-40B4-BE49-F238E27FC236}">
                <a16:creationId xmlns:a16="http://schemas.microsoft.com/office/drawing/2014/main" id="{84640DCB-F25B-ADAA-FC54-C95CFCC3387D}"/>
              </a:ext>
            </a:extLst>
          </p:cNvPr>
          <p:cNvCxnSpPr>
            <a:cxnSpLocks/>
            <a:stCxn id="571" idx="3"/>
            <a:endCxn id="570" idx="1"/>
          </p:cNvCxnSpPr>
          <p:nvPr/>
        </p:nvCxnSpPr>
        <p:spPr>
          <a:xfrm>
            <a:off x="16049880" y="12355679"/>
            <a:ext cx="4311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4" name="直線矢印コネクタ 583">
            <a:extLst>
              <a:ext uri="{FF2B5EF4-FFF2-40B4-BE49-F238E27FC236}">
                <a16:creationId xmlns:a16="http://schemas.microsoft.com/office/drawing/2014/main" id="{60CA8F84-B573-21D2-556A-AAB8F371ED9A}"/>
              </a:ext>
            </a:extLst>
          </p:cNvPr>
          <p:cNvCxnSpPr>
            <a:cxnSpLocks/>
            <a:stCxn id="570" idx="3"/>
            <a:endCxn id="572" idx="1"/>
          </p:cNvCxnSpPr>
          <p:nvPr/>
        </p:nvCxnSpPr>
        <p:spPr>
          <a:xfrm flipV="1">
            <a:off x="17760210" y="12355719"/>
            <a:ext cx="332311" cy="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5" name="直線矢印コネクタ 584">
            <a:extLst>
              <a:ext uri="{FF2B5EF4-FFF2-40B4-BE49-F238E27FC236}">
                <a16:creationId xmlns:a16="http://schemas.microsoft.com/office/drawing/2014/main" id="{CC62763A-5341-D232-740C-45FD8859D8E6}"/>
              </a:ext>
            </a:extLst>
          </p:cNvPr>
          <p:cNvCxnSpPr>
            <a:cxnSpLocks/>
            <a:stCxn id="572" idx="3"/>
            <a:endCxn id="573" idx="1"/>
          </p:cNvCxnSpPr>
          <p:nvPr/>
        </p:nvCxnSpPr>
        <p:spPr>
          <a:xfrm flipV="1">
            <a:off x="19569308" y="12355740"/>
            <a:ext cx="2334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6" name="テキスト ボックス 595">
            <a:extLst>
              <a:ext uri="{FF2B5EF4-FFF2-40B4-BE49-F238E27FC236}">
                <a16:creationId xmlns:a16="http://schemas.microsoft.com/office/drawing/2014/main" id="{659217DB-A924-7439-52FC-EC2380F12CDD}"/>
              </a:ext>
            </a:extLst>
          </p:cNvPr>
          <p:cNvSpPr txBox="1"/>
          <p:nvPr/>
        </p:nvSpPr>
        <p:spPr>
          <a:xfrm>
            <a:off x="18836566" y="12500703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sp>
        <p:nvSpPr>
          <p:cNvPr id="597" name="テキスト ボックス 596">
            <a:extLst>
              <a:ext uri="{FF2B5EF4-FFF2-40B4-BE49-F238E27FC236}">
                <a16:creationId xmlns:a16="http://schemas.microsoft.com/office/drawing/2014/main" id="{2D35EA84-6BA7-D5E5-C189-A92AE82CD7C4}"/>
              </a:ext>
            </a:extLst>
          </p:cNvPr>
          <p:cNvSpPr txBox="1"/>
          <p:nvPr/>
        </p:nvSpPr>
        <p:spPr>
          <a:xfrm>
            <a:off x="19162259" y="12123779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sp>
        <p:nvSpPr>
          <p:cNvPr id="598" name="テキスト ボックス 597">
            <a:extLst>
              <a:ext uri="{FF2B5EF4-FFF2-40B4-BE49-F238E27FC236}">
                <a16:creationId xmlns:a16="http://schemas.microsoft.com/office/drawing/2014/main" id="{30B06529-B7A8-CE12-8AE0-90551404B0E5}"/>
              </a:ext>
            </a:extLst>
          </p:cNvPr>
          <p:cNvSpPr txBox="1"/>
          <p:nvPr/>
        </p:nvSpPr>
        <p:spPr>
          <a:xfrm>
            <a:off x="20540157" y="12491103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sp>
        <p:nvSpPr>
          <p:cNvPr id="599" name="テキスト ボックス 598">
            <a:extLst>
              <a:ext uri="{FF2B5EF4-FFF2-40B4-BE49-F238E27FC236}">
                <a16:creationId xmlns:a16="http://schemas.microsoft.com/office/drawing/2014/main" id="{16F69D2F-E663-6992-50BA-95D978F19AAF}"/>
              </a:ext>
            </a:extLst>
          </p:cNvPr>
          <p:cNvSpPr txBox="1"/>
          <p:nvPr/>
        </p:nvSpPr>
        <p:spPr>
          <a:xfrm>
            <a:off x="20865856" y="12114175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grpSp>
        <p:nvGrpSpPr>
          <p:cNvPr id="600" name="グループ化 599">
            <a:extLst>
              <a:ext uri="{FF2B5EF4-FFF2-40B4-BE49-F238E27FC236}">
                <a16:creationId xmlns:a16="http://schemas.microsoft.com/office/drawing/2014/main" id="{B3E4E412-88CE-6F7D-8AB9-273E475BFBBA}"/>
              </a:ext>
            </a:extLst>
          </p:cNvPr>
          <p:cNvGrpSpPr/>
          <p:nvPr/>
        </p:nvGrpSpPr>
        <p:grpSpPr>
          <a:xfrm>
            <a:off x="21279670" y="12355668"/>
            <a:ext cx="2042632" cy="22"/>
            <a:chOff x="15295712" y="1206779"/>
            <a:chExt cx="1805544" cy="11"/>
          </a:xfrm>
        </p:grpSpPr>
        <p:cxnSp>
          <p:nvCxnSpPr>
            <p:cNvPr id="601" name="直線矢印コネクタ 600">
              <a:extLst>
                <a:ext uri="{FF2B5EF4-FFF2-40B4-BE49-F238E27FC236}">
                  <a16:creationId xmlns:a16="http://schemas.microsoft.com/office/drawing/2014/main" id="{56A9E714-220B-9926-E854-C0D58F8FC5D4}"/>
                </a:ext>
              </a:extLst>
            </p:cNvPr>
            <p:cNvCxnSpPr>
              <a:cxnSpLocks/>
            </p:cNvCxnSpPr>
            <p:nvPr/>
          </p:nvCxnSpPr>
          <p:spPr>
            <a:xfrm>
              <a:off x="15295712" y="1206779"/>
              <a:ext cx="1738826" cy="0"/>
            </a:xfrm>
            <a:prstGeom prst="straightConnector1">
              <a:avLst/>
            </a:prstGeom>
            <a:ln w="9525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02" name="直線矢印コネクタ 601">
              <a:extLst>
                <a:ext uri="{FF2B5EF4-FFF2-40B4-BE49-F238E27FC236}">
                  <a16:creationId xmlns:a16="http://schemas.microsoft.com/office/drawing/2014/main" id="{7C2273EC-ACB8-37F3-8DEB-EB895964D9DE}"/>
                </a:ext>
              </a:extLst>
            </p:cNvPr>
            <p:cNvCxnSpPr>
              <a:cxnSpLocks/>
            </p:cNvCxnSpPr>
            <p:nvPr/>
          </p:nvCxnSpPr>
          <p:spPr>
            <a:xfrm>
              <a:off x="17034533" y="1206789"/>
              <a:ext cx="6672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8" name="正方形/長方形 607">
            <a:extLst>
              <a:ext uri="{FF2B5EF4-FFF2-40B4-BE49-F238E27FC236}">
                <a16:creationId xmlns:a16="http://schemas.microsoft.com/office/drawing/2014/main" id="{70740874-4A11-324D-7801-46E803A49BD9}"/>
              </a:ext>
            </a:extLst>
          </p:cNvPr>
          <p:cNvSpPr/>
          <p:nvPr/>
        </p:nvSpPr>
        <p:spPr>
          <a:xfrm>
            <a:off x="16473701" y="14908949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ユーザー登録に</a:t>
            </a:r>
            <a:endParaRPr lang="en-US" altLang="ja-JP" sz="792" dirty="0"/>
          </a:p>
          <a:p>
            <a:pPr algn="ctr"/>
            <a:r>
              <a:rPr lang="ja-JP" altLang="en-US" sz="792" dirty="0"/>
              <a:t>必要な情報を入力</a:t>
            </a:r>
          </a:p>
        </p:txBody>
      </p:sp>
      <p:sp>
        <p:nvSpPr>
          <p:cNvPr id="609" name="正方形/長方形 608">
            <a:extLst>
              <a:ext uri="{FF2B5EF4-FFF2-40B4-BE49-F238E27FC236}">
                <a16:creationId xmlns:a16="http://schemas.microsoft.com/office/drawing/2014/main" id="{AD935DFC-B156-5176-F4B4-F9B5FE29CA97}"/>
              </a:ext>
            </a:extLst>
          </p:cNvPr>
          <p:cNvSpPr/>
          <p:nvPr/>
        </p:nvSpPr>
        <p:spPr>
          <a:xfrm>
            <a:off x="14763372" y="14908949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ユーザー登録画面</a:t>
            </a:r>
          </a:p>
        </p:txBody>
      </p:sp>
      <p:sp>
        <p:nvSpPr>
          <p:cNvPr id="610" name="正方形/長方形 609">
            <a:extLst>
              <a:ext uri="{FF2B5EF4-FFF2-40B4-BE49-F238E27FC236}">
                <a16:creationId xmlns:a16="http://schemas.microsoft.com/office/drawing/2014/main" id="{7A94A714-7727-70A5-1546-CDCD775CD945}"/>
              </a:ext>
            </a:extLst>
          </p:cNvPr>
          <p:cNvSpPr/>
          <p:nvPr/>
        </p:nvSpPr>
        <p:spPr>
          <a:xfrm>
            <a:off x="13053049" y="14908949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792" dirty="0"/>
              <a:t>『</a:t>
            </a:r>
            <a:r>
              <a:rPr lang="ja-JP" altLang="en-US" sz="792" dirty="0"/>
              <a:t>登録</a:t>
            </a:r>
            <a:r>
              <a:rPr lang="en-US" altLang="ja-JP" sz="792" dirty="0"/>
              <a:t>』</a:t>
            </a:r>
            <a:r>
              <a:rPr lang="ja-JP" altLang="en-US" sz="792" dirty="0"/>
              <a:t>ボタン押下</a:t>
            </a:r>
          </a:p>
        </p:txBody>
      </p:sp>
      <p:sp>
        <p:nvSpPr>
          <p:cNvPr id="611" name="四角形: 角を丸くする 610">
            <a:extLst>
              <a:ext uri="{FF2B5EF4-FFF2-40B4-BE49-F238E27FC236}">
                <a16:creationId xmlns:a16="http://schemas.microsoft.com/office/drawing/2014/main" id="{14D8A454-B32D-4EC0-561D-635DFF0E3ED3}"/>
              </a:ext>
            </a:extLst>
          </p:cNvPr>
          <p:cNvSpPr/>
          <p:nvPr/>
        </p:nvSpPr>
        <p:spPr>
          <a:xfrm>
            <a:off x="11342718" y="14908949"/>
            <a:ext cx="1279184" cy="4004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ユーザー管理画面</a:t>
            </a:r>
          </a:p>
        </p:txBody>
      </p:sp>
      <p:sp>
        <p:nvSpPr>
          <p:cNvPr id="612" name="ひし形 611">
            <a:extLst>
              <a:ext uri="{FF2B5EF4-FFF2-40B4-BE49-F238E27FC236}">
                <a16:creationId xmlns:a16="http://schemas.microsoft.com/office/drawing/2014/main" id="{91FB02DC-1F8D-2A4A-D7F7-51FC3348E1CB}"/>
              </a:ext>
            </a:extLst>
          </p:cNvPr>
          <p:cNvSpPr/>
          <p:nvPr/>
        </p:nvSpPr>
        <p:spPr>
          <a:xfrm>
            <a:off x="18085171" y="14908949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確認</a:t>
            </a:r>
            <a:endParaRPr lang="en-US" altLang="ja-JP" sz="792" dirty="0"/>
          </a:p>
          <a:p>
            <a:pPr algn="ctr"/>
            <a:r>
              <a:rPr lang="ja-JP" altLang="en-US" sz="792" dirty="0"/>
              <a:t>ダイアログ</a:t>
            </a:r>
          </a:p>
        </p:txBody>
      </p:sp>
      <p:sp>
        <p:nvSpPr>
          <p:cNvPr id="613" name="ひし形 612">
            <a:extLst>
              <a:ext uri="{FF2B5EF4-FFF2-40B4-BE49-F238E27FC236}">
                <a16:creationId xmlns:a16="http://schemas.microsoft.com/office/drawing/2014/main" id="{F1727E22-FE76-D3E6-9E8B-9C242169A11A}"/>
              </a:ext>
            </a:extLst>
          </p:cNvPr>
          <p:cNvSpPr/>
          <p:nvPr/>
        </p:nvSpPr>
        <p:spPr>
          <a:xfrm>
            <a:off x="19795495" y="14908944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入力情報が</a:t>
            </a:r>
            <a:endParaRPr lang="en-US" altLang="ja-JP" sz="792" dirty="0"/>
          </a:p>
          <a:p>
            <a:pPr algn="ctr"/>
            <a:r>
              <a:rPr lang="ja-JP" altLang="en-US" sz="792" dirty="0"/>
              <a:t>正しいか</a:t>
            </a:r>
          </a:p>
        </p:txBody>
      </p:sp>
      <p:sp>
        <p:nvSpPr>
          <p:cNvPr id="614" name="正方形/長方形 613">
            <a:extLst>
              <a:ext uri="{FF2B5EF4-FFF2-40B4-BE49-F238E27FC236}">
                <a16:creationId xmlns:a16="http://schemas.microsoft.com/office/drawing/2014/main" id="{FA20D537-9918-912D-C07E-87215E282A8B}"/>
              </a:ext>
            </a:extLst>
          </p:cNvPr>
          <p:cNvSpPr/>
          <p:nvPr/>
        </p:nvSpPr>
        <p:spPr>
          <a:xfrm>
            <a:off x="21606324" y="15481796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ユーザー登録完了</a:t>
            </a:r>
          </a:p>
        </p:txBody>
      </p:sp>
      <p:sp>
        <p:nvSpPr>
          <p:cNvPr id="616" name="円柱 615">
            <a:extLst>
              <a:ext uri="{FF2B5EF4-FFF2-40B4-BE49-F238E27FC236}">
                <a16:creationId xmlns:a16="http://schemas.microsoft.com/office/drawing/2014/main" id="{2834A9FC-8391-C6AB-CCDA-1C552C86651E}"/>
              </a:ext>
            </a:extLst>
          </p:cNvPr>
          <p:cNvSpPr/>
          <p:nvPr/>
        </p:nvSpPr>
        <p:spPr>
          <a:xfrm>
            <a:off x="23316651" y="14908943"/>
            <a:ext cx="1279184" cy="40044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システム</a:t>
            </a:r>
          </a:p>
        </p:txBody>
      </p:sp>
      <p:cxnSp>
        <p:nvCxnSpPr>
          <p:cNvPr id="617" name="直線矢印コネクタ 616">
            <a:extLst>
              <a:ext uri="{FF2B5EF4-FFF2-40B4-BE49-F238E27FC236}">
                <a16:creationId xmlns:a16="http://schemas.microsoft.com/office/drawing/2014/main" id="{9CCF2B64-E4FB-11E2-D251-545C8C25EFF0}"/>
              </a:ext>
            </a:extLst>
          </p:cNvPr>
          <p:cNvCxnSpPr>
            <a:cxnSpLocks/>
            <a:endCxn id="614" idx="0"/>
          </p:cNvCxnSpPr>
          <p:nvPr/>
        </p:nvCxnSpPr>
        <p:spPr>
          <a:xfrm>
            <a:off x="22245883" y="15109163"/>
            <a:ext cx="0" cy="372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9" name="正方形/長方形 618">
            <a:extLst>
              <a:ext uri="{FF2B5EF4-FFF2-40B4-BE49-F238E27FC236}">
                <a16:creationId xmlns:a16="http://schemas.microsoft.com/office/drawing/2014/main" id="{600F194D-C007-03F8-0F8E-0E3E2E7DCFE8}"/>
              </a:ext>
            </a:extLst>
          </p:cNvPr>
          <p:cNvSpPr/>
          <p:nvPr/>
        </p:nvSpPr>
        <p:spPr>
          <a:xfrm>
            <a:off x="19890327" y="15481789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エラーメッセージを</a:t>
            </a:r>
            <a:endParaRPr lang="en-US" altLang="ja-JP" sz="792" dirty="0"/>
          </a:p>
          <a:p>
            <a:pPr algn="ctr"/>
            <a:r>
              <a:rPr lang="ja-JP" altLang="en-US" sz="792" dirty="0"/>
              <a:t>表示</a:t>
            </a:r>
          </a:p>
        </p:txBody>
      </p:sp>
      <p:cxnSp>
        <p:nvCxnSpPr>
          <p:cNvPr id="620" name="コネクタ: カギ線 619">
            <a:extLst>
              <a:ext uri="{FF2B5EF4-FFF2-40B4-BE49-F238E27FC236}">
                <a16:creationId xmlns:a16="http://schemas.microsoft.com/office/drawing/2014/main" id="{D61EFD68-C506-086A-80F6-26F8016554EE}"/>
              </a:ext>
            </a:extLst>
          </p:cNvPr>
          <p:cNvCxnSpPr>
            <a:cxnSpLocks/>
            <a:stCxn id="619" idx="1"/>
            <a:endCxn id="609" idx="2"/>
          </p:cNvCxnSpPr>
          <p:nvPr/>
        </p:nvCxnSpPr>
        <p:spPr>
          <a:xfrm rot="10800000">
            <a:off x="15402966" y="15309414"/>
            <a:ext cx="4487366" cy="3726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1" name="直線コネクタ 620">
            <a:extLst>
              <a:ext uri="{FF2B5EF4-FFF2-40B4-BE49-F238E27FC236}">
                <a16:creationId xmlns:a16="http://schemas.microsoft.com/office/drawing/2014/main" id="{2F732A92-323C-8799-DFF2-AD55AE0621B1}"/>
              </a:ext>
            </a:extLst>
          </p:cNvPr>
          <p:cNvCxnSpPr>
            <a:cxnSpLocks/>
          </p:cNvCxnSpPr>
          <p:nvPr/>
        </p:nvCxnSpPr>
        <p:spPr>
          <a:xfrm>
            <a:off x="18823579" y="15309425"/>
            <a:ext cx="0" cy="372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2" name="直線矢印コネクタ 621">
            <a:extLst>
              <a:ext uri="{FF2B5EF4-FFF2-40B4-BE49-F238E27FC236}">
                <a16:creationId xmlns:a16="http://schemas.microsoft.com/office/drawing/2014/main" id="{8F79AC67-7ECC-B339-6290-9C38C2A7AE7A}"/>
              </a:ext>
            </a:extLst>
          </p:cNvPr>
          <p:cNvCxnSpPr>
            <a:cxnSpLocks/>
            <a:endCxn id="619" idx="0"/>
          </p:cNvCxnSpPr>
          <p:nvPr/>
        </p:nvCxnSpPr>
        <p:spPr>
          <a:xfrm>
            <a:off x="20529885" y="15309416"/>
            <a:ext cx="0" cy="172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" name="直線矢印コネクタ 622">
            <a:extLst>
              <a:ext uri="{FF2B5EF4-FFF2-40B4-BE49-F238E27FC236}">
                <a16:creationId xmlns:a16="http://schemas.microsoft.com/office/drawing/2014/main" id="{E08855F0-DCE2-4E16-A86B-F1C561B5E7C7}"/>
              </a:ext>
            </a:extLst>
          </p:cNvPr>
          <p:cNvCxnSpPr>
            <a:cxnSpLocks/>
            <a:endCxn id="610" idx="1"/>
          </p:cNvCxnSpPr>
          <p:nvPr/>
        </p:nvCxnSpPr>
        <p:spPr>
          <a:xfrm>
            <a:off x="12621923" y="15109218"/>
            <a:ext cx="431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4" name="直線矢印コネクタ 623">
            <a:extLst>
              <a:ext uri="{FF2B5EF4-FFF2-40B4-BE49-F238E27FC236}">
                <a16:creationId xmlns:a16="http://schemas.microsoft.com/office/drawing/2014/main" id="{53FE956E-DEA4-7DBB-6E6D-8EF81A8C4362}"/>
              </a:ext>
            </a:extLst>
          </p:cNvPr>
          <p:cNvCxnSpPr>
            <a:cxnSpLocks/>
            <a:stCxn id="610" idx="3"/>
            <a:endCxn id="609" idx="1"/>
          </p:cNvCxnSpPr>
          <p:nvPr/>
        </p:nvCxnSpPr>
        <p:spPr>
          <a:xfrm>
            <a:off x="14332250" y="15109218"/>
            <a:ext cx="431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5" name="直線矢印コネクタ 624">
            <a:extLst>
              <a:ext uri="{FF2B5EF4-FFF2-40B4-BE49-F238E27FC236}">
                <a16:creationId xmlns:a16="http://schemas.microsoft.com/office/drawing/2014/main" id="{912B5B18-317F-CACB-C068-75BB572649D4}"/>
              </a:ext>
            </a:extLst>
          </p:cNvPr>
          <p:cNvCxnSpPr>
            <a:cxnSpLocks/>
            <a:stCxn id="609" idx="3"/>
            <a:endCxn id="608" idx="1"/>
          </p:cNvCxnSpPr>
          <p:nvPr/>
        </p:nvCxnSpPr>
        <p:spPr>
          <a:xfrm>
            <a:off x="16042578" y="15109163"/>
            <a:ext cx="4311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" name="直線矢印コネクタ 625">
            <a:extLst>
              <a:ext uri="{FF2B5EF4-FFF2-40B4-BE49-F238E27FC236}">
                <a16:creationId xmlns:a16="http://schemas.microsoft.com/office/drawing/2014/main" id="{288FAF7D-B155-DCF5-561D-8CC8A150C1CF}"/>
              </a:ext>
            </a:extLst>
          </p:cNvPr>
          <p:cNvCxnSpPr>
            <a:cxnSpLocks/>
            <a:stCxn id="608" idx="3"/>
            <a:endCxn id="612" idx="1"/>
          </p:cNvCxnSpPr>
          <p:nvPr/>
        </p:nvCxnSpPr>
        <p:spPr>
          <a:xfrm flipV="1">
            <a:off x="17752910" y="15109200"/>
            <a:ext cx="332311" cy="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直線矢印コネクタ 626">
            <a:extLst>
              <a:ext uri="{FF2B5EF4-FFF2-40B4-BE49-F238E27FC236}">
                <a16:creationId xmlns:a16="http://schemas.microsoft.com/office/drawing/2014/main" id="{5626DFAA-7634-3338-2E4A-042EC7990F98}"/>
              </a:ext>
            </a:extLst>
          </p:cNvPr>
          <p:cNvCxnSpPr>
            <a:cxnSpLocks/>
            <a:stCxn id="612" idx="3"/>
            <a:endCxn id="613" idx="1"/>
          </p:cNvCxnSpPr>
          <p:nvPr/>
        </p:nvCxnSpPr>
        <p:spPr>
          <a:xfrm flipV="1">
            <a:off x="19562004" y="15109218"/>
            <a:ext cx="2334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8" name="四角形: 角を丸くする 627">
            <a:extLst>
              <a:ext uri="{FF2B5EF4-FFF2-40B4-BE49-F238E27FC236}">
                <a16:creationId xmlns:a16="http://schemas.microsoft.com/office/drawing/2014/main" id="{894463B5-B6A4-AA03-20BB-B405E1E1FF81}"/>
              </a:ext>
            </a:extLst>
          </p:cNvPr>
          <p:cNvSpPr/>
          <p:nvPr/>
        </p:nvSpPr>
        <p:spPr>
          <a:xfrm>
            <a:off x="13055492" y="16129075"/>
            <a:ext cx="1279184" cy="4004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データを選択して</a:t>
            </a:r>
            <a:endParaRPr lang="en-US" altLang="ja-JP" sz="792" dirty="0"/>
          </a:p>
          <a:p>
            <a:pPr algn="ctr"/>
            <a:r>
              <a:rPr lang="en-US" altLang="ja-JP" sz="792" dirty="0"/>
              <a:t>『</a:t>
            </a:r>
            <a:r>
              <a:rPr lang="ja-JP" altLang="en-US" sz="792" dirty="0"/>
              <a:t>更新</a:t>
            </a:r>
            <a:r>
              <a:rPr lang="en-US" altLang="ja-JP" sz="792" dirty="0"/>
              <a:t>』</a:t>
            </a:r>
            <a:r>
              <a:rPr lang="ja-JP" altLang="en-US" sz="792" dirty="0"/>
              <a:t>ボタン押下</a:t>
            </a:r>
          </a:p>
        </p:txBody>
      </p:sp>
      <p:cxnSp>
        <p:nvCxnSpPr>
          <p:cNvPr id="629" name="直線矢印コネクタ 628">
            <a:extLst>
              <a:ext uri="{FF2B5EF4-FFF2-40B4-BE49-F238E27FC236}">
                <a16:creationId xmlns:a16="http://schemas.microsoft.com/office/drawing/2014/main" id="{11CFAD3E-AD00-88E1-A49D-F36046CBFC3F}"/>
              </a:ext>
            </a:extLst>
          </p:cNvPr>
          <p:cNvCxnSpPr>
            <a:cxnSpLocks/>
          </p:cNvCxnSpPr>
          <p:nvPr/>
        </p:nvCxnSpPr>
        <p:spPr>
          <a:xfrm>
            <a:off x="14334692" y="16329348"/>
            <a:ext cx="431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" name="コネクタ: カギ線 629">
            <a:extLst>
              <a:ext uri="{FF2B5EF4-FFF2-40B4-BE49-F238E27FC236}">
                <a16:creationId xmlns:a16="http://schemas.microsoft.com/office/drawing/2014/main" id="{1468DB71-05AD-5EF6-6907-1DE94DC91B4D}"/>
              </a:ext>
            </a:extLst>
          </p:cNvPr>
          <p:cNvCxnSpPr>
            <a:cxnSpLocks/>
            <a:stCxn id="611" idx="2"/>
            <a:endCxn id="628" idx="1"/>
          </p:cNvCxnSpPr>
          <p:nvPr/>
        </p:nvCxnSpPr>
        <p:spPr>
          <a:xfrm rot="16200000" flipH="1">
            <a:off x="12008944" y="15282752"/>
            <a:ext cx="1019906" cy="107318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1" name="テキスト ボックス 630">
            <a:extLst>
              <a:ext uri="{FF2B5EF4-FFF2-40B4-BE49-F238E27FC236}">
                <a16:creationId xmlns:a16="http://schemas.microsoft.com/office/drawing/2014/main" id="{804469F9-6233-1A42-36D9-B7C6137E83C8}"/>
              </a:ext>
            </a:extLst>
          </p:cNvPr>
          <p:cNvSpPr txBox="1"/>
          <p:nvPr/>
        </p:nvSpPr>
        <p:spPr>
          <a:xfrm>
            <a:off x="20538165" y="15244579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sp>
        <p:nvSpPr>
          <p:cNvPr id="632" name="テキスト ボックス 631">
            <a:extLst>
              <a:ext uri="{FF2B5EF4-FFF2-40B4-BE49-F238E27FC236}">
                <a16:creationId xmlns:a16="http://schemas.microsoft.com/office/drawing/2014/main" id="{2D9A7ACA-E8BA-15E3-3910-A6FB5B45915F}"/>
              </a:ext>
            </a:extLst>
          </p:cNvPr>
          <p:cNvSpPr txBox="1"/>
          <p:nvPr/>
        </p:nvSpPr>
        <p:spPr>
          <a:xfrm>
            <a:off x="19153540" y="14867653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sp>
        <p:nvSpPr>
          <p:cNvPr id="633" name="テキスト ボックス 632">
            <a:extLst>
              <a:ext uri="{FF2B5EF4-FFF2-40B4-BE49-F238E27FC236}">
                <a16:creationId xmlns:a16="http://schemas.microsoft.com/office/drawing/2014/main" id="{96D2E72A-B09A-A4AD-F431-7C5ACAFA6810}"/>
              </a:ext>
            </a:extLst>
          </p:cNvPr>
          <p:cNvSpPr txBox="1"/>
          <p:nvPr/>
        </p:nvSpPr>
        <p:spPr>
          <a:xfrm>
            <a:off x="18824661" y="15222900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grpSp>
        <p:nvGrpSpPr>
          <p:cNvPr id="634" name="グループ化 633">
            <a:extLst>
              <a:ext uri="{FF2B5EF4-FFF2-40B4-BE49-F238E27FC236}">
                <a16:creationId xmlns:a16="http://schemas.microsoft.com/office/drawing/2014/main" id="{801AABC0-7CC0-2B61-8CDF-3698B0CE82A9}"/>
              </a:ext>
            </a:extLst>
          </p:cNvPr>
          <p:cNvGrpSpPr/>
          <p:nvPr/>
        </p:nvGrpSpPr>
        <p:grpSpPr>
          <a:xfrm>
            <a:off x="21272366" y="15110462"/>
            <a:ext cx="2042632" cy="22"/>
            <a:chOff x="15295712" y="1206779"/>
            <a:chExt cx="1805544" cy="11"/>
          </a:xfrm>
        </p:grpSpPr>
        <p:cxnSp>
          <p:nvCxnSpPr>
            <p:cNvPr id="635" name="直線矢印コネクタ 634">
              <a:extLst>
                <a:ext uri="{FF2B5EF4-FFF2-40B4-BE49-F238E27FC236}">
                  <a16:creationId xmlns:a16="http://schemas.microsoft.com/office/drawing/2014/main" id="{D4B31A3E-ABEB-2DC6-0182-D82840BADE52}"/>
                </a:ext>
              </a:extLst>
            </p:cNvPr>
            <p:cNvCxnSpPr>
              <a:cxnSpLocks/>
            </p:cNvCxnSpPr>
            <p:nvPr/>
          </p:nvCxnSpPr>
          <p:spPr>
            <a:xfrm>
              <a:off x="15295712" y="1206779"/>
              <a:ext cx="1738826" cy="0"/>
            </a:xfrm>
            <a:prstGeom prst="straightConnector1">
              <a:avLst/>
            </a:prstGeom>
            <a:ln w="9525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36" name="直線矢印コネクタ 635">
              <a:extLst>
                <a:ext uri="{FF2B5EF4-FFF2-40B4-BE49-F238E27FC236}">
                  <a16:creationId xmlns:a16="http://schemas.microsoft.com/office/drawing/2014/main" id="{2862BD4B-48B2-9FC9-58A9-DFE7BB5475C1}"/>
                </a:ext>
              </a:extLst>
            </p:cNvPr>
            <p:cNvCxnSpPr>
              <a:cxnSpLocks/>
            </p:cNvCxnSpPr>
            <p:nvPr/>
          </p:nvCxnSpPr>
          <p:spPr>
            <a:xfrm>
              <a:off x="17034533" y="1206789"/>
              <a:ext cx="6672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7" name="正方形/長方形 636">
            <a:extLst>
              <a:ext uri="{FF2B5EF4-FFF2-40B4-BE49-F238E27FC236}">
                <a16:creationId xmlns:a16="http://schemas.microsoft.com/office/drawing/2014/main" id="{BEEBD07A-D5CC-9A2A-C81A-49DC870C82EB}"/>
              </a:ext>
            </a:extLst>
          </p:cNvPr>
          <p:cNvSpPr/>
          <p:nvPr/>
        </p:nvSpPr>
        <p:spPr>
          <a:xfrm>
            <a:off x="16481000" y="16144854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ユーザー更新に</a:t>
            </a:r>
            <a:endParaRPr lang="en-US" altLang="ja-JP" sz="792" dirty="0"/>
          </a:p>
          <a:p>
            <a:pPr algn="ctr"/>
            <a:r>
              <a:rPr lang="ja-JP" altLang="en-US" sz="792" dirty="0"/>
              <a:t>必要な情報を入力</a:t>
            </a:r>
          </a:p>
        </p:txBody>
      </p:sp>
      <p:sp>
        <p:nvSpPr>
          <p:cNvPr id="638" name="正方形/長方形 637">
            <a:extLst>
              <a:ext uri="{FF2B5EF4-FFF2-40B4-BE49-F238E27FC236}">
                <a16:creationId xmlns:a16="http://schemas.microsoft.com/office/drawing/2014/main" id="{3785C30E-6E0A-6013-175C-B2AFBC3E64DA}"/>
              </a:ext>
            </a:extLst>
          </p:cNvPr>
          <p:cNvSpPr/>
          <p:nvPr/>
        </p:nvSpPr>
        <p:spPr>
          <a:xfrm>
            <a:off x="14770677" y="16144854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ユーザー更新画面</a:t>
            </a:r>
          </a:p>
        </p:txBody>
      </p:sp>
      <p:sp>
        <p:nvSpPr>
          <p:cNvPr id="639" name="ひし形 638">
            <a:extLst>
              <a:ext uri="{FF2B5EF4-FFF2-40B4-BE49-F238E27FC236}">
                <a16:creationId xmlns:a16="http://schemas.microsoft.com/office/drawing/2014/main" id="{A6B8BC79-8E2E-9F79-7A31-A57445B6041D}"/>
              </a:ext>
            </a:extLst>
          </p:cNvPr>
          <p:cNvSpPr/>
          <p:nvPr/>
        </p:nvSpPr>
        <p:spPr>
          <a:xfrm>
            <a:off x="18092477" y="16144847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確認</a:t>
            </a:r>
            <a:endParaRPr lang="en-US" altLang="ja-JP" sz="792" dirty="0"/>
          </a:p>
          <a:p>
            <a:pPr algn="ctr"/>
            <a:r>
              <a:rPr lang="ja-JP" altLang="en-US" sz="792" dirty="0"/>
              <a:t>ダイアログ</a:t>
            </a:r>
          </a:p>
        </p:txBody>
      </p:sp>
      <p:sp>
        <p:nvSpPr>
          <p:cNvPr id="640" name="ひし形 639">
            <a:extLst>
              <a:ext uri="{FF2B5EF4-FFF2-40B4-BE49-F238E27FC236}">
                <a16:creationId xmlns:a16="http://schemas.microsoft.com/office/drawing/2014/main" id="{66C1A2FC-AB13-208E-B9AD-8938684AA7C3}"/>
              </a:ext>
            </a:extLst>
          </p:cNvPr>
          <p:cNvSpPr/>
          <p:nvPr/>
        </p:nvSpPr>
        <p:spPr>
          <a:xfrm>
            <a:off x="19802803" y="16144847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入力情報が</a:t>
            </a:r>
            <a:endParaRPr lang="en-US" altLang="ja-JP" sz="792" dirty="0"/>
          </a:p>
          <a:p>
            <a:pPr algn="ctr"/>
            <a:r>
              <a:rPr lang="ja-JP" altLang="en-US" sz="792" dirty="0"/>
              <a:t>正しいか</a:t>
            </a:r>
          </a:p>
        </p:txBody>
      </p:sp>
      <p:sp>
        <p:nvSpPr>
          <p:cNvPr id="641" name="正方形/長方形 640">
            <a:extLst>
              <a:ext uri="{FF2B5EF4-FFF2-40B4-BE49-F238E27FC236}">
                <a16:creationId xmlns:a16="http://schemas.microsoft.com/office/drawing/2014/main" id="{ACF597AF-0492-52F4-F425-A5F4A823C466}"/>
              </a:ext>
            </a:extLst>
          </p:cNvPr>
          <p:cNvSpPr/>
          <p:nvPr/>
        </p:nvSpPr>
        <p:spPr>
          <a:xfrm>
            <a:off x="21613632" y="16717703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ユーザー更新完了</a:t>
            </a:r>
          </a:p>
        </p:txBody>
      </p:sp>
      <p:sp>
        <p:nvSpPr>
          <p:cNvPr id="643" name="円柱 642">
            <a:extLst>
              <a:ext uri="{FF2B5EF4-FFF2-40B4-BE49-F238E27FC236}">
                <a16:creationId xmlns:a16="http://schemas.microsoft.com/office/drawing/2014/main" id="{AB4EB75D-E4C4-49A6-7B3B-D9F850AD4EB9}"/>
              </a:ext>
            </a:extLst>
          </p:cNvPr>
          <p:cNvSpPr/>
          <p:nvPr/>
        </p:nvSpPr>
        <p:spPr>
          <a:xfrm>
            <a:off x="23323955" y="16144847"/>
            <a:ext cx="1279184" cy="40044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システム</a:t>
            </a:r>
          </a:p>
        </p:txBody>
      </p:sp>
      <p:cxnSp>
        <p:nvCxnSpPr>
          <p:cNvPr id="644" name="直線矢印コネクタ 643">
            <a:extLst>
              <a:ext uri="{FF2B5EF4-FFF2-40B4-BE49-F238E27FC236}">
                <a16:creationId xmlns:a16="http://schemas.microsoft.com/office/drawing/2014/main" id="{D58F7C56-91F2-20A7-084C-5AEA8BF2444A}"/>
              </a:ext>
            </a:extLst>
          </p:cNvPr>
          <p:cNvCxnSpPr>
            <a:cxnSpLocks/>
            <a:endCxn id="641" idx="0"/>
          </p:cNvCxnSpPr>
          <p:nvPr/>
        </p:nvCxnSpPr>
        <p:spPr>
          <a:xfrm>
            <a:off x="22253188" y="16345074"/>
            <a:ext cx="0" cy="372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6" name="正方形/長方形 645">
            <a:extLst>
              <a:ext uri="{FF2B5EF4-FFF2-40B4-BE49-F238E27FC236}">
                <a16:creationId xmlns:a16="http://schemas.microsoft.com/office/drawing/2014/main" id="{70C9AE88-37F6-BC32-8B0F-5004F2791B5A}"/>
              </a:ext>
            </a:extLst>
          </p:cNvPr>
          <p:cNvSpPr/>
          <p:nvPr/>
        </p:nvSpPr>
        <p:spPr>
          <a:xfrm>
            <a:off x="19897634" y="16717694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エラーメッセージを</a:t>
            </a:r>
            <a:endParaRPr lang="en-US" altLang="ja-JP" sz="792" dirty="0"/>
          </a:p>
          <a:p>
            <a:pPr algn="ctr"/>
            <a:r>
              <a:rPr lang="ja-JP" altLang="en-US" sz="792" dirty="0"/>
              <a:t>表示</a:t>
            </a:r>
          </a:p>
        </p:txBody>
      </p:sp>
      <p:cxnSp>
        <p:nvCxnSpPr>
          <p:cNvPr id="647" name="コネクタ: カギ線 646">
            <a:extLst>
              <a:ext uri="{FF2B5EF4-FFF2-40B4-BE49-F238E27FC236}">
                <a16:creationId xmlns:a16="http://schemas.microsoft.com/office/drawing/2014/main" id="{47066A20-8DB0-5CB6-4C50-E8396A267E10}"/>
              </a:ext>
            </a:extLst>
          </p:cNvPr>
          <p:cNvCxnSpPr>
            <a:cxnSpLocks/>
            <a:stCxn id="646" idx="1"/>
          </p:cNvCxnSpPr>
          <p:nvPr/>
        </p:nvCxnSpPr>
        <p:spPr>
          <a:xfrm rot="10800000">
            <a:off x="15768420" y="16528108"/>
            <a:ext cx="4129221" cy="389806"/>
          </a:xfrm>
          <a:prstGeom prst="bentConnector3">
            <a:avLst>
              <a:gd name="adj1" fmla="val 1000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8" name="直線コネクタ 647">
            <a:extLst>
              <a:ext uri="{FF2B5EF4-FFF2-40B4-BE49-F238E27FC236}">
                <a16:creationId xmlns:a16="http://schemas.microsoft.com/office/drawing/2014/main" id="{818C6931-5E5E-2ADE-74F9-32FE38F0F89A}"/>
              </a:ext>
            </a:extLst>
          </p:cNvPr>
          <p:cNvCxnSpPr>
            <a:cxnSpLocks/>
          </p:cNvCxnSpPr>
          <p:nvPr/>
        </p:nvCxnSpPr>
        <p:spPr>
          <a:xfrm>
            <a:off x="18830882" y="16545330"/>
            <a:ext cx="0" cy="372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9" name="直線矢印コネクタ 648">
            <a:extLst>
              <a:ext uri="{FF2B5EF4-FFF2-40B4-BE49-F238E27FC236}">
                <a16:creationId xmlns:a16="http://schemas.microsoft.com/office/drawing/2014/main" id="{67586B1D-C686-37B5-9DED-6A17E0953C27}"/>
              </a:ext>
            </a:extLst>
          </p:cNvPr>
          <p:cNvCxnSpPr>
            <a:endCxn id="646" idx="0"/>
          </p:cNvCxnSpPr>
          <p:nvPr/>
        </p:nvCxnSpPr>
        <p:spPr>
          <a:xfrm>
            <a:off x="20537190" y="16545323"/>
            <a:ext cx="0" cy="172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0" name="直線矢印コネクタ 649">
            <a:extLst>
              <a:ext uri="{FF2B5EF4-FFF2-40B4-BE49-F238E27FC236}">
                <a16:creationId xmlns:a16="http://schemas.microsoft.com/office/drawing/2014/main" id="{F5D451A0-812B-4540-5A9C-BCB03F6F6080}"/>
              </a:ext>
            </a:extLst>
          </p:cNvPr>
          <p:cNvCxnSpPr>
            <a:cxnSpLocks/>
            <a:stCxn id="638" idx="3"/>
            <a:endCxn id="637" idx="1"/>
          </p:cNvCxnSpPr>
          <p:nvPr/>
        </p:nvCxnSpPr>
        <p:spPr>
          <a:xfrm>
            <a:off x="16049880" y="16345067"/>
            <a:ext cx="4311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1" name="直線矢印コネクタ 650">
            <a:extLst>
              <a:ext uri="{FF2B5EF4-FFF2-40B4-BE49-F238E27FC236}">
                <a16:creationId xmlns:a16="http://schemas.microsoft.com/office/drawing/2014/main" id="{56C87AB7-CF50-EEE4-F129-2CF9F26CC93A}"/>
              </a:ext>
            </a:extLst>
          </p:cNvPr>
          <p:cNvCxnSpPr>
            <a:cxnSpLocks/>
            <a:stCxn id="637" idx="3"/>
            <a:endCxn id="639" idx="1"/>
          </p:cNvCxnSpPr>
          <p:nvPr/>
        </p:nvCxnSpPr>
        <p:spPr>
          <a:xfrm flipV="1">
            <a:off x="17760210" y="16345108"/>
            <a:ext cx="332311" cy="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2" name="直線矢印コネクタ 651">
            <a:extLst>
              <a:ext uri="{FF2B5EF4-FFF2-40B4-BE49-F238E27FC236}">
                <a16:creationId xmlns:a16="http://schemas.microsoft.com/office/drawing/2014/main" id="{0C119DA8-3594-89D4-434E-AC215CEE0E39}"/>
              </a:ext>
            </a:extLst>
          </p:cNvPr>
          <p:cNvCxnSpPr>
            <a:cxnSpLocks/>
            <a:stCxn id="639" idx="3"/>
            <a:endCxn id="640" idx="1"/>
          </p:cNvCxnSpPr>
          <p:nvPr/>
        </p:nvCxnSpPr>
        <p:spPr>
          <a:xfrm flipV="1">
            <a:off x="19569308" y="16345129"/>
            <a:ext cx="2334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3" name="テキスト ボックス 662">
            <a:extLst>
              <a:ext uri="{FF2B5EF4-FFF2-40B4-BE49-F238E27FC236}">
                <a16:creationId xmlns:a16="http://schemas.microsoft.com/office/drawing/2014/main" id="{67AFDDC0-6C2B-3C8F-8013-D6166D619BF0}"/>
              </a:ext>
            </a:extLst>
          </p:cNvPr>
          <p:cNvSpPr txBox="1"/>
          <p:nvPr/>
        </p:nvSpPr>
        <p:spPr>
          <a:xfrm>
            <a:off x="18836566" y="16490092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sp>
        <p:nvSpPr>
          <p:cNvPr id="664" name="テキスト ボックス 663">
            <a:extLst>
              <a:ext uri="{FF2B5EF4-FFF2-40B4-BE49-F238E27FC236}">
                <a16:creationId xmlns:a16="http://schemas.microsoft.com/office/drawing/2014/main" id="{892431B9-05F0-5067-C456-3A4929E85290}"/>
              </a:ext>
            </a:extLst>
          </p:cNvPr>
          <p:cNvSpPr txBox="1"/>
          <p:nvPr/>
        </p:nvSpPr>
        <p:spPr>
          <a:xfrm>
            <a:off x="19162259" y="16113167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sp>
        <p:nvSpPr>
          <p:cNvPr id="665" name="テキスト ボックス 664">
            <a:extLst>
              <a:ext uri="{FF2B5EF4-FFF2-40B4-BE49-F238E27FC236}">
                <a16:creationId xmlns:a16="http://schemas.microsoft.com/office/drawing/2014/main" id="{3D0A0E45-C3EA-58B4-32B7-9D49CF7BA207}"/>
              </a:ext>
            </a:extLst>
          </p:cNvPr>
          <p:cNvSpPr txBox="1"/>
          <p:nvPr/>
        </p:nvSpPr>
        <p:spPr>
          <a:xfrm>
            <a:off x="20540157" y="16480491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sp>
        <p:nvSpPr>
          <p:cNvPr id="666" name="テキスト ボックス 665">
            <a:extLst>
              <a:ext uri="{FF2B5EF4-FFF2-40B4-BE49-F238E27FC236}">
                <a16:creationId xmlns:a16="http://schemas.microsoft.com/office/drawing/2014/main" id="{077693C2-AC84-CD89-BA06-CC54FA7E4E7A}"/>
              </a:ext>
            </a:extLst>
          </p:cNvPr>
          <p:cNvSpPr txBox="1"/>
          <p:nvPr/>
        </p:nvSpPr>
        <p:spPr>
          <a:xfrm>
            <a:off x="20865856" y="16103563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grpSp>
        <p:nvGrpSpPr>
          <p:cNvPr id="667" name="グループ化 666">
            <a:extLst>
              <a:ext uri="{FF2B5EF4-FFF2-40B4-BE49-F238E27FC236}">
                <a16:creationId xmlns:a16="http://schemas.microsoft.com/office/drawing/2014/main" id="{DBAE4B39-0D03-3E6A-FD70-70EBBB3A83E6}"/>
              </a:ext>
            </a:extLst>
          </p:cNvPr>
          <p:cNvGrpSpPr/>
          <p:nvPr/>
        </p:nvGrpSpPr>
        <p:grpSpPr>
          <a:xfrm>
            <a:off x="21279670" y="16345058"/>
            <a:ext cx="2042632" cy="22"/>
            <a:chOff x="15295712" y="1206779"/>
            <a:chExt cx="1805544" cy="11"/>
          </a:xfrm>
        </p:grpSpPr>
        <p:cxnSp>
          <p:nvCxnSpPr>
            <p:cNvPr id="668" name="直線矢印コネクタ 667">
              <a:extLst>
                <a:ext uri="{FF2B5EF4-FFF2-40B4-BE49-F238E27FC236}">
                  <a16:creationId xmlns:a16="http://schemas.microsoft.com/office/drawing/2014/main" id="{57BA72E3-29E5-232F-1668-620530ACB0EF}"/>
                </a:ext>
              </a:extLst>
            </p:cNvPr>
            <p:cNvCxnSpPr>
              <a:cxnSpLocks/>
            </p:cNvCxnSpPr>
            <p:nvPr/>
          </p:nvCxnSpPr>
          <p:spPr>
            <a:xfrm>
              <a:off x="15295712" y="1206779"/>
              <a:ext cx="1738826" cy="0"/>
            </a:xfrm>
            <a:prstGeom prst="straightConnector1">
              <a:avLst/>
            </a:prstGeom>
            <a:ln w="9525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69" name="直線矢印コネクタ 668">
              <a:extLst>
                <a:ext uri="{FF2B5EF4-FFF2-40B4-BE49-F238E27FC236}">
                  <a16:creationId xmlns:a16="http://schemas.microsoft.com/office/drawing/2014/main" id="{92607D2E-9008-E752-7B19-4E8162BEF8E7}"/>
                </a:ext>
              </a:extLst>
            </p:cNvPr>
            <p:cNvCxnSpPr>
              <a:cxnSpLocks/>
            </p:cNvCxnSpPr>
            <p:nvPr/>
          </p:nvCxnSpPr>
          <p:spPr>
            <a:xfrm>
              <a:off x="17034533" y="1206789"/>
              <a:ext cx="6672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80" name="コネクタ: カギ線 679">
            <a:extLst>
              <a:ext uri="{FF2B5EF4-FFF2-40B4-BE49-F238E27FC236}">
                <a16:creationId xmlns:a16="http://schemas.microsoft.com/office/drawing/2014/main" id="{28FD70CC-82B3-71E6-9E8A-DE8F65F2D3AA}"/>
              </a:ext>
            </a:extLst>
          </p:cNvPr>
          <p:cNvCxnSpPr>
            <a:stCxn id="444" idx="2"/>
            <a:endCxn id="127" idx="1"/>
          </p:cNvCxnSpPr>
          <p:nvPr/>
        </p:nvCxnSpPr>
        <p:spPr>
          <a:xfrm rot="16200000" flipH="1">
            <a:off x="8910575" y="4692572"/>
            <a:ext cx="3792521" cy="107176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2" name="コネクタ: カギ線 681">
            <a:extLst>
              <a:ext uri="{FF2B5EF4-FFF2-40B4-BE49-F238E27FC236}">
                <a16:creationId xmlns:a16="http://schemas.microsoft.com/office/drawing/2014/main" id="{035356F0-A22B-FA03-0E6F-34AF0CA2773F}"/>
              </a:ext>
            </a:extLst>
          </p:cNvPr>
          <p:cNvCxnSpPr>
            <a:stCxn id="444" idx="2"/>
            <a:endCxn id="544" idx="1"/>
          </p:cNvCxnSpPr>
          <p:nvPr/>
        </p:nvCxnSpPr>
        <p:spPr>
          <a:xfrm rot="16200000" flipH="1">
            <a:off x="6913043" y="6690104"/>
            <a:ext cx="7787585" cy="107176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4" name="コネクタ: カギ線 683">
            <a:extLst>
              <a:ext uri="{FF2B5EF4-FFF2-40B4-BE49-F238E27FC236}">
                <a16:creationId xmlns:a16="http://schemas.microsoft.com/office/drawing/2014/main" id="{39DA1AEE-4BA0-2B67-CE1D-2932E90CAB4D}"/>
              </a:ext>
            </a:extLst>
          </p:cNvPr>
          <p:cNvCxnSpPr>
            <a:stCxn id="611" idx="1"/>
            <a:endCxn id="444" idx="2"/>
          </p:cNvCxnSpPr>
          <p:nvPr/>
        </p:nvCxnSpPr>
        <p:spPr>
          <a:xfrm rot="10800000">
            <a:off x="10270953" y="3332195"/>
            <a:ext cx="1071767" cy="11776974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コネクタ: カギ線 22">
            <a:extLst>
              <a:ext uri="{FF2B5EF4-FFF2-40B4-BE49-F238E27FC236}">
                <a16:creationId xmlns:a16="http://schemas.microsoft.com/office/drawing/2014/main" id="{48E51EF2-6451-EE0A-C54F-49901DE82243}"/>
              </a:ext>
            </a:extLst>
          </p:cNvPr>
          <p:cNvCxnSpPr>
            <a:cxnSpLocks/>
            <a:stCxn id="379" idx="2"/>
            <a:endCxn id="414" idx="1"/>
          </p:cNvCxnSpPr>
          <p:nvPr/>
        </p:nvCxnSpPr>
        <p:spPr>
          <a:xfrm rot="16200000" flipH="1">
            <a:off x="13069822" y="2244683"/>
            <a:ext cx="2316326" cy="4491351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ひし形 38">
            <a:extLst>
              <a:ext uri="{FF2B5EF4-FFF2-40B4-BE49-F238E27FC236}">
                <a16:creationId xmlns:a16="http://schemas.microsoft.com/office/drawing/2014/main" id="{6389985C-DD2D-0548-0FD9-39A39DF31A05}"/>
              </a:ext>
            </a:extLst>
          </p:cNvPr>
          <p:cNvSpPr/>
          <p:nvPr/>
        </p:nvSpPr>
        <p:spPr>
          <a:xfrm>
            <a:off x="18068636" y="5454921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確認</a:t>
            </a:r>
            <a:endParaRPr lang="en-US" altLang="ja-JP" sz="792" dirty="0"/>
          </a:p>
          <a:p>
            <a:pPr algn="ctr"/>
            <a:r>
              <a:rPr lang="ja-JP" altLang="en-US" sz="792" dirty="0"/>
              <a:t>ダイアログ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FE9F2F47-CCD1-31FA-AC40-5DCBBF291B71}"/>
              </a:ext>
            </a:extLst>
          </p:cNvPr>
          <p:cNvSpPr/>
          <p:nvPr/>
        </p:nvSpPr>
        <p:spPr>
          <a:xfrm>
            <a:off x="21589791" y="6027779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ファイル削除完了</a:t>
            </a:r>
          </a:p>
        </p:txBody>
      </p:sp>
      <p:sp>
        <p:nvSpPr>
          <p:cNvPr id="42" name="円柱 41">
            <a:extLst>
              <a:ext uri="{FF2B5EF4-FFF2-40B4-BE49-F238E27FC236}">
                <a16:creationId xmlns:a16="http://schemas.microsoft.com/office/drawing/2014/main" id="{A1D7E40A-184B-D210-6622-38E68EDC3C2A}"/>
              </a:ext>
            </a:extLst>
          </p:cNvPr>
          <p:cNvSpPr/>
          <p:nvPr/>
        </p:nvSpPr>
        <p:spPr>
          <a:xfrm>
            <a:off x="23300114" y="5454921"/>
            <a:ext cx="1279184" cy="40044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システム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ACC4C714-5E68-763D-10DC-843737EB885F}"/>
              </a:ext>
            </a:extLst>
          </p:cNvPr>
          <p:cNvSpPr/>
          <p:nvPr/>
        </p:nvSpPr>
        <p:spPr>
          <a:xfrm>
            <a:off x="19873793" y="6027768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エラーメッセージを</a:t>
            </a:r>
            <a:endParaRPr lang="en-US" altLang="ja-JP" sz="792" dirty="0"/>
          </a:p>
          <a:p>
            <a:pPr algn="ctr"/>
            <a:r>
              <a:rPr lang="ja-JP" altLang="en-US" sz="792" dirty="0"/>
              <a:t>表示</a:t>
            </a:r>
          </a:p>
        </p:txBody>
      </p:sp>
      <p:cxnSp>
        <p:nvCxnSpPr>
          <p:cNvPr id="45" name="コネクタ: カギ線 44">
            <a:extLst>
              <a:ext uri="{FF2B5EF4-FFF2-40B4-BE49-F238E27FC236}">
                <a16:creationId xmlns:a16="http://schemas.microsoft.com/office/drawing/2014/main" id="{0D4FC03D-E659-BF72-9839-1666BD0340D5}"/>
              </a:ext>
            </a:extLst>
          </p:cNvPr>
          <p:cNvCxnSpPr>
            <a:cxnSpLocks/>
            <a:stCxn id="44" idx="1"/>
            <a:endCxn id="379" idx="2"/>
          </p:cNvCxnSpPr>
          <p:nvPr/>
        </p:nvCxnSpPr>
        <p:spPr>
          <a:xfrm rot="10800000">
            <a:off x="11982312" y="3332197"/>
            <a:ext cx="7891483" cy="289579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0A58EE30-F19A-53E8-455F-9FB133622527}"/>
              </a:ext>
            </a:extLst>
          </p:cNvPr>
          <p:cNvCxnSpPr>
            <a:cxnSpLocks/>
          </p:cNvCxnSpPr>
          <p:nvPr/>
        </p:nvCxnSpPr>
        <p:spPr>
          <a:xfrm>
            <a:off x="18807041" y="5855404"/>
            <a:ext cx="0" cy="372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4706B525-CD46-6C6C-80FB-8A93C528C312}"/>
              </a:ext>
            </a:extLst>
          </p:cNvPr>
          <p:cNvSpPr txBox="1"/>
          <p:nvPr/>
        </p:nvSpPr>
        <p:spPr>
          <a:xfrm>
            <a:off x="18812725" y="5800166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FAAABF02-7031-67AD-ED44-2C1C6272BADB}"/>
              </a:ext>
            </a:extLst>
          </p:cNvPr>
          <p:cNvSpPr txBox="1"/>
          <p:nvPr/>
        </p:nvSpPr>
        <p:spPr>
          <a:xfrm>
            <a:off x="19138417" y="5423241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sp>
        <p:nvSpPr>
          <p:cNvPr id="63" name="ひし形 62">
            <a:extLst>
              <a:ext uri="{FF2B5EF4-FFF2-40B4-BE49-F238E27FC236}">
                <a16:creationId xmlns:a16="http://schemas.microsoft.com/office/drawing/2014/main" id="{B931986A-5D61-0A5A-CCB4-3FCA61BC9110}"/>
              </a:ext>
            </a:extLst>
          </p:cNvPr>
          <p:cNvSpPr/>
          <p:nvPr/>
        </p:nvSpPr>
        <p:spPr>
          <a:xfrm>
            <a:off x="19799742" y="5449103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削除できるかどうか</a:t>
            </a:r>
          </a:p>
        </p:txBody>
      </p:sp>
      <p:cxnSp>
        <p:nvCxnSpPr>
          <p:cNvPr id="448" name="直線矢印コネクタ 447">
            <a:extLst>
              <a:ext uri="{FF2B5EF4-FFF2-40B4-BE49-F238E27FC236}">
                <a16:creationId xmlns:a16="http://schemas.microsoft.com/office/drawing/2014/main" id="{156989B6-0CA3-8742-72E9-681766F1C1F2}"/>
              </a:ext>
            </a:extLst>
          </p:cNvPr>
          <p:cNvCxnSpPr>
            <a:cxnSpLocks/>
          </p:cNvCxnSpPr>
          <p:nvPr/>
        </p:nvCxnSpPr>
        <p:spPr>
          <a:xfrm>
            <a:off x="22250126" y="5649330"/>
            <a:ext cx="0" cy="372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直線矢印コネクタ 449">
            <a:extLst>
              <a:ext uri="{FF2B5EF4-FFF2-40B4-BE49-F238E27FC236}">
                <a16:creationId xmlns:a16="http://schemas.microsoft.com/office/drawing/2014/main" id="{C8A5BE2B-0466-E880-14B1-34327FA3D312}"/>
              </a:ext>
            </a:extLst>
          </p:cNvPr>
          <p:cNvCxnSpPr/>
          <p:nvPr/>
        </p:nvCxnSpPr>
        <p:spPr>
          <a:xfrm>
            <a:off x="20534127" y="5849579"/>
            <a:ext cx="0" cy="172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1" name="テキスト ボックス 450">
            <a:extLst>
              <a:ext uri="{FF2B5EF4-FFF2-40B4-BE49-F238E27FC236}">
                <a16:creationId xmlns:a16="http://schemas.microsoft.com/office/drawing/2014/main" id="{0A7314D9-5606-1910-5A0B-2F0BDE62BFAA}"/>
              </a:ext>
            </a:extLst>
          </p:cNvPr>
          <p:cNvSpPr txBox="1"/>
          <p:nvPr/>
        </p:nvSpPr>
        <p:spPr>
          <a:xfrm>
            <a:off x="20537095" y="5784747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sp>
        <p:nvSpPr>
          <p:cNvPr id="452" name="テキスト ボックス 451">
            <a:extLst>
              <a:ext uri="{FF2B5EF4-FFF2-40B4-BE49-F238E27FC236}">
                <a16:creationId xmlns:a16="http://schemas.microsoft.com/office/drawing/2014/main" id="{7CD6F3A8-60DE-A09C-0E05-B9E9D94F3963}"/>
              </a:ext>
            </a:extLst>
          </p:cNvPr>
          <p:cNvSpPr txBox="1"/>
          <p:nvPr/>
        </p:nvSpPr>
        <p:spPr>
          <a:xfrm>
            <a:off x="20862794" y="5407819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grpSp>
        <p:nvGrpSpPr>
          <p:cNvPr id="453" name="グループ化 452">
            <a:extLst>
              <a:ext uri="{FF2B5EF4-FFF2-40B4-BE49-F238E27FC236}">
                <a16:creationId xmlns:a16="http://schemas.microsoft.com/office/drawing/2014/main" id="{1AFAE02F-7BE0-C995-6EA8-A861DA91AB0D}"/>
              </a:ext>
            </a:extLst>
          </p:cNvPr>
          <p:cNvGrpSpPr/>
          <p:nvPr/>
        </p:nvGrpSpPr>
        <p:grpSpPr>
          <a:xfrm>
            <a:off x="21276608" y="5649314"/>
            <a:ext cx="2042632" cy="22"/>
            <a:chOff x="15295712" y="1206779"/>
            <a:chExt cx="1805544" cy="11"/>
          </a:xfrm>
        </p:grpSpPr>
        <p:cxnSp>
          <p:nvCxnSpPr>
            <p:cNvPr id="454" name="直線矢印コネクタ 453">
              <a:extLst>
                <a:ext uri="{FF2B5EF4-FFF2-40B4-BE49-F238E27FC236}">
                  <a16:creationId xmlns:a16="http://schemas.microsoft.com/office/drawing/2014/main" id="{C5E7EE1F-5A22-D61D-6F78-A507AB81726C}"/>
                </a:ext>
              </a:extLst>
            </p:cNvPr>
            <p:cNvCxnSpPr>
              <a:cxnSpLocks/>
            </p:cNvCxnSpPr>
            <p:nvPr/>
          </p:nvCxnSpPr>
          <p:spPr>
            <a:xfrm>
              <a:off x="15295712" y="1206779"/>
              <a:ext cx="1738826" cy="0"/>
            </a:xfrm>
            <a:prstGeom prst="straightConnector1">
              <a:avLst/>
            </a:prstGeom>
            <a:ln w="9525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55" name="直線矢印コネクタ 454">
              <a:extLst>
                <a:ext uri="{FF2B5EF4-FFF2-40B4-BE49-F238E27FC236}">
                  <a16:creationId xmlns:a16="http://schemas.microsoft.com/office/drawing/2014/main" id="{CCC04570-C7A6-2E69-2C13-71011D2DD129}"/>
                </a:ext>
              </a:extLst>
            </p:cNvPr>
            <p:cNvCxnSpPr>
              <a:cxnSpLocks/>
            </p:cNvCxnSpPr>
            <p:nvPr/>
          </p:nvCxnSpPr>
          <p:spPr>
            <a:xfrm>
              <a:off x="17034533" y="1206789"/>
              <a:ext cx="6672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6" name="直線矢印コネクタ 455">
            <a:extLst>
              <a:ext uri="{FF2B5EF4-FFF2-40B4-BE49-F238E27FC236}">
                <a16:creationId xmlns:a16="http://schemas.microsoft.com/office/drawing/2014/main" id="{CD67A332-B062-07FF-5249-268CB290EB6A}"/>
              </a:ext>
            </a:extLst>
          </p:cNvPr>
          <p:cNvCxnSpPr>
            <a:cxnSpLocks/>
          </p:cNvCxnSpPr>
          <p:nvPr/>
        </p:nvCxnSpPr>
        <p:spPr>
          <a:xfrm flipV="1">
            <a:off x="19562004" y="5652286"/>
            <a:ext cx="2334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7" name="コネクタ: カギ線 456">
            <a:extLst>
              <a:ext uri="{FF2B5EF4-FFF2-40B4-BE49-F238E27FC236}">
                <a16:creationId xmlns:a16="http://schemas.microsoft.com/office/drawing/2014/main" id="{5D002F30-28AE-5449-9DD6-B0B92E3757F9}"/>
              </a:ext>
            </a:extLst>
          </p:cNvPr>
          <p:cNvCxnSpPr>
            <a:cxnSpLocks/>
            <a:stCxn id="40" idx="2"/>
            <a:endCxn id="379" idx="2"/>
          </p:cNvCxnSpPr>
          <p:nvPr/>
        </p:nvCxnSpPr>
        <p:spPr>
          <a:xfrm rot="5400000" flipH="1">
            <a:off x="15557835" y="-243328"/>
            <a:ext cx="3096024" cy="10247073"/>
          </a:xfrm>
          <a:prstGeom prst="bentConnector3">
            <a:avLst>
              <a:gd name="adj1" fmla="val -738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6" name="正方形/長方形 465">
            <a:extLst>
              <a:ext uri="{FF2B5EF4-FFF2-40B4-BE49-F238E27FC236}">
                <a16:creationId xmlns:a16="http://schemas.microsoft.com/office/drawing/2014/main" id="{1D81B9DB-55BA-13AF-98A8-18E31828D995}"/>
              </a:ext>
            </a:extLst>
          </p:cNvPr>
          <p:cNvSpPr/>
          <p:nvPr/>
        </p:nvSpPr>
        <p:spPr>
          <a:xfrm>
            <a:off x="16466451" y="9482333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792" dirty="0"/>
              <a:t>『</a:t>
            </a:r>
            <a:r>
              <a:rPr lang="ja-JP" altLang="en-US" sz="792" dirty="0"/>
              <a:t>削除</a:t>
            </a:r>
            <a:r>
              <a:rPr lang="en-US" altLang="ja-JP" sz="792" dirty="0"/>
              <a:t>』</a:t>
            </a:r>
            <a:r>
              <a:rPr lang="ja-JP" altLang="en-US" sz="792" dirty="0"/>
              <a:t>ボタン押下</a:t>
            </a:r>
          </a:p>
        </p:txBody>
      </p:sp>
      <p:cxnSp>
        <p:nvCxnSpPr>
          <p:cNvPr id="467" name="コネクタ: カギ線 466">
            <a:extLst>
              <a:ext uri="{FF2B5EF4-FFF2-40B4-BE49-F238E27FC236}">
                <a16:creationId xmlns:a16="http://schemas.microsoft.com/office/drawing/2014/main" id="{E6EEA275-AB29-5279-9230-8912F30DAED0}"/>
              </a:ext>
            </a:extLst>
          </p:cNvPr>
          <p:cNvCxnSpPr>
            <a:cxnSpLocks/>
            <a:stCxn id="127" idx="2"/>
            <a:endCxn id="466" idx="1"/>
          </p:cNvCxnSpPr>
          <p:nvPr/>
        </p:nvCxnSpPr>
        <p:spPr>
          <a:xfrm rot="16200000" flipH="1">
            <a:off x="13045572" y="6261673"/>
            <a:ext cx="2357617" cy="4484141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8" name="ひし形 467">
            <a:extLst>
              <a:ext uri="{FF2B5EF4-FFF2-40B4-BE49-F238E27FC236}">
                <a16:creationId xmlns:a16="http://schemas.microsoft.com/office/drawing/2014/main" id="{84B6F363-D98D-7EFD-6FB5-97620FC6FB59}"/>
              </a:ext>
            </a:extLst>
          </p:cNvPr>
          <p:cNvSpPr/>
          <p:nvPr/>
        </p:nvSpPr>
        <p:spPr>
          <a:xfrm>
            <a:off x="18061426" y="9488953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確認</a:t>
            </a:r>
            <a:endParaRPr lang="en-US" altLang="ja-JP" sz="792" dirty="0"/>
          </a:p>
          <a:p>
            <a:pPr algn="ctr"/>
            <a:r>
              <a:rPr lang="ja-JP" altLang="en-US" sz="792" dirty="0"/>
              <a:t>ダイアログ</a:t>
            </a:r>
          </a:p>
        </p:txBody>
      </p:sp>
      <p:sp>
        <p:nvSpPr>
          <p:cNvPr id="469" name="正方形/長方形 468">
            <a:extLst>
              <a:ext uri="{FF2B5EF4-FFF2-40B4-BE49-F238E27FC236}">
                <a16:creationId xmlns:a16="http://schemas.microsoft.com/office/drawing/2014/main" id="{49A3CED2-5473-0923-8319-73D48DDB1053}"/>
              </a:ext>
            </a:extLst>
          </p:cNvPr>
          <p:cNvSpPr/>
          <p:nvPr/>
        </p:nvSpPr>
        <p:spPr>
          <a:xfrm>
            <a:off x="21582581" y="10061811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所属削除完了</a:t>
            </a:r>
          </a:p>
        </p:txBody>
      </p:sp>
      <p:sp>
        <p:nvSpPr>
          <p:cNvPr id="470" name="円柱 469">
            <a:extLst>
              <a:ext uri="{FF2B5EF4-FFF2-40B4-BE49-F238E27FC236}">
                <a16:creationId xmlns:a16="http://schemas.microsoft.com/office/drawing/2014/main" id="{D1AAD4F5-6B96-9A9F-48CF-C21F590BAAC0}"/>
              </a:ext>
            </a:extLst>
          </p:cNvPr>
          <p:cNvSpPr/>
          <p:nvPr/>
        </p:nvSpPr>
        <p:spPr>
          <a:xfrm>
            <a:off x="23292904" y="9488953"/>
            <a:ext cx="1279184" cy="40044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システム</a:t>
            </a:r>
          </a:p>
        </p:txBody>
      </p:sp>
      <p:sp>
        <p:nvSpPr>
          <p:cNvPr id="471" name="正方形/長方形 470">
            <a:extLst>
              <a:ext uri="{FF2B5EF4-FFF2-40B4-BE49-F238E27FC236}">
                <a16:creationId xmlns:a16="http://schemas.microsoft.com/office/drawing/2014/main" id="{893AD915-026C-6BF1-E557-52B12B3A4032}"/>
              </a:ext>
            </a:extLst>
          </p:cNvPr>
          <p:cNvSpPr/>
          <p:nvPr/>
        </p:nvSpPr>
        <p:spPr>
          <a:xfrm>
            <a:off x="19895158" y="10061800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エラーメッセージを</a:t>
            </a:r>
            <a:endParaRPr lang="en-US" altLang="ja-JP" sz="792" dirty="0"/>
          </a:p>
          <a:p>
            <a:pPr algn="ctr"/>
            <a:r>
              <a:rPr lang="ja-JP" altLang="en-US" sz="792" dirty="0"/>
              <a:t>表示</a:t>
            </a:r>
          </a:p>
        </p:txBody>
      </p:sp>
      <p:cxnSp>
        <p:nvCxnSpPr>
          <p:cNvPr id="472" name="コネクタ: カギ線 471">
            <a:extLst>
              <a:ext uri="{FF2B5EF4-FFF2-40B4-BE49-F238E27FC236}">
                <a16:creationId xmlns:a16="http://schemas.microsoft.com/office/drawing/2014/main" id="{96E843B3-65B7-D002-2F92-41844103BADC}"/>
              </a:ext>
            </a:extLst>
          </p:cNvPr>
          <p:cNvCxnSpPr>
            <a:cxnSpLocks/>
            <a:stCxn id="471" idx="1"/>
            <a:endCxn id="127" idx="2"/>
          </p:cNvCxnSpPr>
          <p:nvPr/>
        </p:nvCxnSpPr>
        <p:spPr>
          <a:xfrm rot="10800000">
            <a:off x="11982310" y="7324936"/>
            <a:ext cx="7912848" cy="293708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" name="直線コネクタ 472">
            <a:extLst>
              <a:ext uri="{FF2B5EF4-FFF2-40B4-BE49-F238E27FC236}">
                <a16:creationId xmlns:a16="http://schemas.microsoft.com/office/drawing/2014/main" id="{B64F1ABD-4C10-20C7-0234-DB8F778E5BA8}"/>
              </a:ext>
            </a:extLst>
          </p:cNvPr>
          <p:cNvCxnSpPr>
            <a:cxnSpLocks/>
          </p:cNvCxnSpPr>
          <p:nvPr/>
        </p:nvCxnSpPr>
        <p:spPr>
          <a:xfrm>
            <a:off x="18799831" y="9889436"/>
            <a:ext cx="0" cy="372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テキスト ボックス 473">
            <a:extLst>
              <a:ext uri="{FF2B5EF4-FFF2-40B4-BE49-F238E27FC236}">
                <a16:creationId xmlns:a16="http://schemas.microsoft.com/office/drawing/2014/main" id="{59DEFA4D-CACD-8E9D-99A1-F175D9E534F4}"/>
              </a:ext>
            </a:extLst>
          </p:cNvPr>
          <p:cNvSpPr txBox="1"/>
          <p:nvPr/>
        </p:nvSpPr>
        <p:spPr>
          <a:xfrm>
            <a:off x="18805515" y="9834198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sp>
        <p:nvSpPr>
          <p:cNvPr id="475" name="テキスト ボックス 474">
            <a:extLst>
              <a:ext uri="{FF2B5EF4-FFF2-40B4-BE49-F238E27FC236}">
                <a16:creationId xmlns:a16="http://schemas.microsoft.com/office/drawing/2014/main" id="{84E7A8B6-8978-BA1F-4815-3BA001CCCEE7}"/>
              </a:ext>
            </a:extLst>
          </p:cNvPr>
          <p:cNvSpPr txBox="1"/>
          <p:nvPr/>
        </p:nvSpPr>
        <p:spPr>
          <a:xfrm>
            <a:off x="19131207" y="9457273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sp>
        <p:nvSpPr>
          <p:cNvPr id="476" name="ひし形 475">
            <a:extLst>
              <a:ext uri="{FF2B5EF4-FFF2-40B4-BE49-F238E27FC236}">
                <a16:creationId xmlns:a16="http://schemas.microsoft.com/office/drawing/2014/main" id="{5437E228-FA62-4CF1-24C6-CD0DCF68822E}"/>
              </a:ext>
            </a:extLst>
          </p:cNvPr>
          <p:cNvSpPr/>
          <p:nvPr/>
        </p:nvSpPr>
        <p:spPr>
          <a:xfrm>
            <a:off x="19792532" y="9483135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削除できるかどうか</a:t>
            </a:r>
          </a:p>
        </p:txBody>
      </p:sp>
      <p:cxnSp>
        <p:nvCxnSpPr>
          <p:cNvPr id="477" name="直線矢印コネクタ 476">
            <a:extLst>
              <a:ext uri="{FF2B5EF4-FFF2-40B4-BE49-F238E27FC236}">
                <a16:creationId xmlns:a16="http://schemas.microsoft.com/office/drawing/2014/main" id="{8E916357-EA41-B24C-9641-76D47FE9DD36}"/>
              </a:ext>
            </a:extLst>
          </p:cNvPr>
          <p:cNvCxnSpPr>
            <a:cxnSpLocks/>
          </p:cNvCxnSpPr>
          <p:nvPr/>
        </p:nvCxnSpPr>
        <p:spPr>
          <a:xfrm>
            <a:off x="22242916" y="9683362"/>
            <a:ext cx="0" cy="372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8" name="テキスト ボックス 477">
            <a:extLst>
              <a:ext uri="{FF2B5EF4-FFF2-40B4-BE49-F238E27FC236}">
                <a16:creationId xmlns:a16="http://schemas.microsoft.com/office/drawing/2014/main" id="{4C4189F6-5DC6-60B0-DA86-97C017D73870}"/>
              </a:ext>
            </a:extLst>
          </p:cNvPr>
          <p:cNvSpPr txBox="1"/>
          <p:nvPr/>
        </p:nvSpPr>
        <p:spPr>
          <a:xfrm>
            <a:off x="20529885" y="9818779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grpSp>
        <p:nvGrpSpPr>
          <p:cNvPr id="479" name="グループ化 478">
            <a:extLst>
              <a:ext uri="{FF2B5EF4-FFF2-40B4-BE49-F238E27FC236}">
                <a16:creationId xmlns:a16="http://schemas.microsoft.com/office/drawing/2014/main" id="{4E1A9BF2-D018-5792-2B1D-04AE880BC61F}"/>
              </a:ext>
            </a:extLst>
          </p:cNvPr>
          <p:cNvGrpSpPr/>
          <p:nvPr/>
        </p:nvGrpSpPr>
        <p:grpSpPr>
          <a:xfrm>
            <a:off x="21269398" y="9683346"/>
            <a:ext cx="2042632" cy="22"/>
            <a:chOff x="15295712" y="1206779"/>
            <a:chExt cx="1805544" cy="11"/>
          </a:xfrm>
        </p:grpSpPr>
        <p:cxnSp>
          <p:nvCxnSpPr>
            <p:cNvPr id="480" name="直線矢印コネクタ 479">
              <a:extLst>
                <a:ext uri="{FF2B5EF4-FFF2-40B4-BE49-F238E27FC236}">
                  <a16:creationId xmlns:a16="http://schemas.microsoft.com/office/drawing/2014/main" id="{D5F27528-FB78-F07B-E76A-A7D9ECABDDE6}"/>
                </a:ext>
              </a:extLst>
            </p:cNvPr>
            <p:cNvCxnSpPr>
              <a:cxnSpLocks/>
            </p:cNvCxnSpPr>
            <p:nvPr/>
          </p:nvCxnSpPr>
          <p:spPr>
            <a:xfrm>
              <a:off x="15295712" y="1206779"/>
              <a:ext cx="1738826" cy="0"/>
            </a:xfrm>
            <a:prstGeom prst="straightConnector1">
              <a:avLst/>
            </a:prstGeom>
            <a:ln w="9525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81" name="直線矢印コネクタ 480">
              <a:extLst>
                <a:ext uri="{FF2B5EF4-FFF2-40B4-BE49-F238E27FC236}">
                  <a16:creationId xmlns:a16="http://schemas.microsoft.com/office/drawing/2014/main" id="{BFF10CD5-8F09-3ED4-F4F3-F805AC525F5E}"/>
                </a:ext>
              </a:extLst>
            </p:cNvPr>
            <p:cNvCxnSpPr>
              <a:cxnSpLocks/>
            </p:cNvCxnSpPr>
            <p:nvPr/>
          </p:nvCxnSpPr>
          <p:spPr>
            <a:xfrm>
              <a:off x="17034533" y="1206789"/>
              <a:ext cx="6672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2" name="コネクタ: カギ線 481">
            <a:extLst>
              <a:ext uri="{FF2B5EF4-FFF2-40B4-BE49-F238E27FC236}">
                <a16:creationId xmlns:a16="http://schemas.microsoft.com/office/drawing/2014/main" id="{0A68072E-C89A-F97C-CA12-D9D932394A46}"/>
              </a:ext>
            </a:extLst>
          </p:cNvPr>
          <p:cNvCxnSpPr>
            <a:cxnSpLocks/>
            <a:stCxn id="469" idx="2"/>
            <a:endCxn id="127" idx="2"/>
          </p:cNvCxnSpPr>
          <p:nvPr/>
        </p:nvCxnSpPr>
        <p:spPr>
          <a:xfrm rot="5400000" flipH="1">
            <a:off x="15533585" y="3773664"/>
            <a:ext cx="3137315" cy="10239863"/>
          </a:xfrm>
          <a:prstGeom prst="bentConnector3">
            <a:avLst>
              <a:gd name="adj1" fmla="val -728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6" name="直線矢印コネクタ 485">
            <a:extLst>
              <a:ext uri="{FF2B5EF4-FFF2-40B4-BE49-F238E27FC236}">
                <a16:creationId xmlns:a16="http://schemas.microsoft.com/office/drawing/2014/main" id="{5447AB08-EF44-F803-061D-C6282330ACD5}"/>
              </a:ext>
            </a:extLst>
          </p:cNvPr>
          <p:cNvCxnSpPr>
            <a:cxnSpLocks/>
            <a:stCxn id="75" idx="2"/>
            <a:endCxn id="83" idx="0"/>
          </p:cNvCxnSpPr>
          <p:nvPr/>
        </p:nvCxnSpPr>
        <p:spPr>
          <a:xfrm>
            <a:off x="20530955" y="13837118"/>
            <a:ext cx="7210" cy="199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7" name="テキスト ボックス 486">
            <a:extLst>
              <a:ext uri="{FF2B5EF4-FFF2-40B4-BE49-F238E27FC236}">
                <a16:creationId xmlns:a16="http://schemas.microsoft.com/office/drawing/2014/main" id="{8A757D13-F876-6FB0-5B4F-D7A3302C3AE1}"/>
              </a:ext>
            </a:extLst>
          </p:cNvPr>
          <p:cNvSpPr txBox="1"/>
          <p:nvPr/>
        </p:nvSpPr>
        <p:spPr>
          <a:xfrm>
            <a:off x="20946972" y="9459913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BE5B5E17-A29A-6CD1-ED79-9263BB04977C}"/>
              </a:ext>
            </a:extLst>
          </p:cNvPr>
          <p:cNvSpPr/>
          <p:nvPr/>
        </p:nvSpPr>
        <p:spPr>
          <a:xfrm>
            <a:off x="16466451" y="13435876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792" dirty="0"/>
              <a:t>『</a:t>
            </a:r>
            <a:r>
              <a:rPr lang="ja-JP" altLang="en-US" sz="792" dirty="0"/>
              <a:t>削除</a:t>
            </a:r>
            <a:r>
              <a:rPr lang="en-US" altLang="ja-JP" sz="792" dirty="0"/>
              <a:t>』</a:t>
            </a:r>
            <a:r>
              <a:rPr lang="ja-JP" altLang="en-US" sz="792" dirty="0"/>
              <a:t>ボタン押下</a:t>
            </a:r>
          </a:p>
        </p:txBody>
      </p:sp>
      <p:cxnSp>
        <p:nvCxnSpPr>
          <p:cNvPr id="68" name="コネクタ: カギ線 67">
            <a:extLst>
              <a:ext uri="{FF2B5EF4-FFF2-40B4-BE49-F238E27FC236}">
                <a16:creationId xmlns:a16="http://schemas.microsoft.com/office/drawing/2014/main" id="{78236D8E-D44F-1E40-4B75-715E63FC762F}"/>
              </a:ext>
            </a:extLst>
          </p:cNvPr>
          <p:cNvCxnSpPr>
            <a:cxnSpLocks/>
            <a:stCxn id="544" idx="2"/>
          </p:cNvCxnSpPr>
          <p:nvPr/>
        </p:nvCxnSpPr>
        <p:spPr>
          <a:xfrm rot="16200000" flipH="1">
            <a:off x="13061570" y="10240740"/>
            <a:ext cx="2316094" cy="4474614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ひし形 68">
            <a:extLst>
              <a:ext uri="{FF2B5EF4-FFF2-40B4-BE49-F238E27FC236}">
                <a16:creationId xmlns:a16="http://schemas.microsoft.com/office/drawing/2014/main" id="{894A1C58-B5D2-8B70-C478-2EDB491EEEED}"/>
              </a:ext>
            </a:extLst>
          </p:cNvPr>
          <p:cNvSpPr/>
          <p:nvPr/>
        </p:nvSpPr>
        <p:spPr>
          <a:xfrm>
            <a:off x="18061426" y="13442496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確認</a:t>
            </a:r>
            <a:endParaRPr lang="en-US" altLang="ja-JP" sz="792" dirty="0"/>
          </a:p>
          <a:p>
            <a:pPr algn="ctr"/>
            <a:r>
              <a:rPr lang="ja-JP" altLang="en-US" sz="792" dirty="0"/>
              <a:t>ダイアログ</a:t>
            </a:r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3A41ED23-7F23-4F20-1FEC-8E3E21BEE7A3}"/>
              </a:ext>
            </a:extLst>
          </p:cNvPr>
          <p:cNvSpPr/>
          <p:nvPr/>
        </p:nvSpPr>
        <p:spPr>
          <a:xfrm>
            <a:off x="21582581" y="14015354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役職削除完了</a:t>
            </a:r>
          </a:p>
        </p:txBody>
      </p:sp>
      <p:sp>
        <p:nvSpPr>
          <p:cNvPr id="71" name="円柱 70">
            <a:extLst>
              <a:ext uri="{FF2B5EF4-FFF2-40B4-BE49-F238E27FC236}">
                <a16:creationId xmlns:a16="http://schemas.microsoft.com/office/drawing/2014/main" id="{9DAD8932-9252-CAC4-C365-7E7E1AAED199}"/>
              </a:ext>
            </a:extLst>
          </p:cNvPr>
          <p:cNvSpPr/>
          <p:nvPr/>
        </p:nvSpPr>
        <p:spPr>
          <a:xfrm>
            <a:off x="23292904" y="13442496"/>
            <a:ext cx="1279184" cy="40044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システム</a:t>
            </a:r>
          </a:p>
        </p:txBody>
      </p:sp>
      <p:cxnSp>
        <p:nvCxnSpPr>
          <p:cNvPr id="72" name="コネクタ: カギ線 71">
            <a:extLst>
              <a:ext uri="{FF2B5EF4-FFF2-40B4-BE49-F238E27FC236}">
                <a16:creationId xmlns:a16="http://schemas.microsoft.com/office/drawing/2014/main" id="{1DE249AF-F265-9007-F60A-2268F2C31091}"/>
              </a:ext>
            </a:extLst>
          </p:cNvPr>
          <p:cNvCxnSpPr>
            <a:cxnSpLocks/>
            <a:stCxn id="83" idx="1"/>
            <a:endCxn id="544" idx="2"/>
          </p:cNvCxnSpPr>
          <p:nvPr/>
        </p:nvCxnSpPr>
        <p:spPr>
          <a:xfrm rot="10800000">
            <a:off x="11982312" y="11320000"/>
            <a:ext cx="7916263" cy="291723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F1857DB4-E054-7E3F-B6D7-D475CCFBD1C9}"/>
              </a:ext>
            </a:extLst>
          </p:cNvPr>
          <p:cNvSpPr txBox="1"/>
          <p:nvPr/>
        </p:nvSpPr>
        <p:spPr>
          <a:xfrm>
            <a:off x="18805515" y="13787741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6F3B8EDB-D20F-3AB2-4001-591C3F5730FD}"/>
              </a:ext>
            </a:extLst>
          </p:cNvPr>
          <p:cNvSpPr txBox="1"/>
          <p:nvPr/>
        </p:nvSpPr>
        <p:spPr>
          <a:xfrm>
            <a:off x="19131207" y="13410816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sp>
        <p:nvSpPr>
          <p:cNvPr id="75" name="ひし形 74">
            <a:extLst>
              <a:ext uri="{FF2B5EF4-FFF2-40B4-BE49-F238E27FC236}">
                <a16:creationId xmlns:a16="http://schemas.microsoft.com/office/drawing/2014/main" id="{5A9642BF-B574-D300-80BD-71A097552D9C}"/>
              </a:ext>
            </a:extLst>
          </p:cNvPr>
          <p:cNvSpPr/>
          <p:nvPr/>
        </p:nvSpPr>
        <p:spPr>
          <a:xfrm>
            <a:off x="19792532" y="13436678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削除できるかどうか</a:t>
            </a:r>
          </a:p>
        </p:txBody>
      </p:sp>
      <p:cxnSp>
        <p:nvCxnSpPr>
          <p:cNvPr id="76" name="直線矢印コネクタ 75">
            <a:extLst>
              <a:ext uri="{FF2B5EF4-FFF2-40B4-BE49-F238E27FC236}">
                <a16:creationId xmlns:a16="http://schemas.microsoft.com/office/drawing/2014/main" id="{C05B28D1-ED55-AD9B-60E4-1B1384261A4E}"/>
              </a:ext>
            </a:extLst>
          </p:cNvPr>
          <p:cNvCxnSpPr>
            <a:cxnSpLocks/>
          </p:cNvCxnSpPr>
          <p:nvPr/>
        </p:nvCxnSpPr>
        <p:spPr>
          <a:xfrm>
            <a:off x="22242916" y="13636905"/>
            <a:ext cx="0" cy="372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C3C44ECF-6528-EF6D-216E-84E4591774C4}"/>
              </a:ext>
            </a:extLst>
          </p:cNvPr>
          <p:cNvSpPr txBox="1"/>
          <p:nvPr/>
        </p:nvSpPr>
        <p:spPr>
          <a:xfrm>
            <a:off x="20529885" y="13772322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grpSp>
        <p:nvGrpSpPr>
          <p:cNvPr id="78" name="グループ化 77">
            <a:extLst>
              <a:ext uri="{FF2B5EF4-FFF2-40B4-BE49-F238E27FC236}">
                <a16:creationId xmlns:a16="http://schemas.microsoft.com/office/drawing/2014/main" id="{94C4D77C-E6DB-C5ED-F4AF-3D0013E20E2E}"/>
              </a:ext>
            </a:extLst>
          </p:cNvPr>
          <p:cNvGrpSpPr/>
          <p:nvPr/>
        </p:nvGrpSpPr>
        <p:grpSpPr>
          <a:xfrm>
            <a:off x="21269398" y="13636889"/>
            <a:ext cx="2042632" cy="22"/>
            <a:chOff x="15295712" y="1206779"/>
            <a:chExt cx="1805544" cy="11"/>
          </a:xfrm>
        </p:grpSpPr>
        <p:cxnSp>
          <p:nvCxnSpPr>
            <p:cNvPr id="79" name="直線矢印コネクタ 78">
              <a:extLst>
                <a:ext uri="{FF2B5EF4-FFF2-40B4-BE49-F238E27FC236}">
                  <a16:creationId xmlns:a16="http://schemas.microsoft.com/office/drawing/2014/main" id="{85522EB0-F437-E108-F355-02F93AFBFA1F}"/>
                </a:ext>
              </a:extLst>
            </p:cNvPr>
            <p:cNvCxnSpPr>
              <a:cxnSpLocks/>
            </p:cNvCxnSpPr>
            <p:nvPr/>
          </p:nvCxnSpPr>
          <p:spPr>
            <a:xfrm>
              <a:off x="15295712" y="1206779"/>
              <a:ext cx="1738826" cy="0"/>
            </a:xfrm>
            <a:prstGeom prst="straightConnector1">
              <a:avLst/>
            </a:prstGeom>
            <a:ln w="9525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0" name="直線矢印コネクタ 79">
              <a:extLst>
                <a:ext uri="{FF2B5EF4-FFF2-40B4-BE49-F238E27FC236}">
                  <a16:creationId xmlns:a16="http://schemas.microsoft.com/office/drawing/2014/main" id="{54231F75-C568-EC99-4C79-C11C3B150387}"/>
                </a:ext>
              </a:extLst>
            </p:cNvPr>
            <p:cNvCxnSpPr>
              <a:cxnSpLocks/>
            </p:cNvCxnSpPr>
            <p:nvPr/>
          </p:nvCxnSpPr>
          <p:spPr>
            <a:xfrm>
              <a:off x="17034533" y="1206789"/>
              <a:ext cx="6672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1" name="コネクタ: カギ線 80">
            <a:extLst>
              <a:ext uri="{FF2B5EF4-FFF2-40B4-BE49-F238E27FC236}">
                <a16:creationId xmlns:a16="http://schemas.microsoft.com/office/drawing/2014/main" id="{0042DB4E-56F8-B601-73C4-8109F9BBB79A}"/>
              </a:ext>
            </a:extLst>
          </p:cNvPr>
          <p:cNvCxnSpPr>
            <a:cxnSpLocks/>
            <a:stCxn id="70" idx="2"/>
            <a:endCxn id="544" idx="2"/>
          </p:cNvCxnSpPr>
          <p:nvPr/>
        </p:nvCxnSpPr>
        <p:spPr>
          <a:xfrm rot="5400000" flipH="1">
            <a:off x="15554345" y="7747967"/>
            <a:ext cx="3095794" cy="10239863"/>
          </a:xfrm>
          <a:prstGeom prst="bentConnector3">
            <a:avLst>
              <a:gd name="adj1" fmla="val -738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0B13D884-29D9-AA2E-7CD2-A6495C7FA130}"/>
              </a:ext>
            </a:extLst>
          </p:cNvPr>
          <p:cNvSpPr txBox="1"/>
          <p:nvPr/>
        </p:nvSpPr>
        <p:spPr>
          <a:xfrm>
            <a:off x="20946972" y="13413456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011E6FA5-0A19-1CCA-42CB-93475C7D0A4E}"/>
              </a:ext>
            </a:extLst>
          </p:cNvPr>
          <p:cNvSpPr/>
          <p:nvPr/>
        </p:nvSpPr>
        <p:spPr>
          <a:xfrm>
            <a:off x="19898573" y="14037014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エラーメッセージを</a:t>
            </a:r>
            <a:endParaRPr lang="en-US" altLang="ja-JP" sz="792" dirty="0"/>
          </a:p>
          <a:p>
            <a:pPr algn="ctr"/>
            <a:r>
              <a:rPr lang="ja-JP" altLang="en-US" sz="792" dirty="0"/>
              <a:t>表示</a:t>
            </a:r>
          </a:p>
        </p:txBody>
      </p: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EC5A571C-576A-729C-8C26-E8F1325C1676}"/>
              </a:ext>
            </a:extLst>
          </p:cNvPr>
          <p:cNvCxnSpPr>
            <a:cxnSpLocks/>
          </p:cNvCxnSpPr>
          <p:nvPr/>
        </p:nvCxnSpPr>
        <p:spPr>
          <a:xfrm>
            <a:off x="20834370" y="10176310"/>
            <a:ext cx="0" cy="172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C126ABD3-3D5F-3943-9A6C-6F91D7689EB2}"/>
              </a:ext>
            </a:extLst>
          </p:cNvPr>
          <p:cNvCxnSpPr>
            <a:cxnSpLocks/>
            <a:stCxn id="67" idx="3"/>
            <a:endCxn id="69" idx="1"/>
          </p:cNvCxnSpPr>
          <p:nvPr/>
        </p:nvCxnSpPr>
        <p:spPr>
          <a:xfrm>
            <a:off x="17745636" y="13636096"/>
            <a:ext cx="315791" cy="6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矢印コネクタ 95">
            <a:extLst>
              <a:ext uri="{FF2B5EF4-FFF2-40B4-BE49-F238E27FC236}">
                <a16:creationId xmlns:a16="http://schemas.microsoft.com/office/drawing/2014/main" id="{4F9FDE9A-0B8F-3E54-F0A2-2A650AF5528F}"/>
              </a:ext>
            </a:extLst>
          </p:cNvPr>
          <p:cNvCxnSpPr>
            <a:cxnSpLocks/>
            <a:stCxn id="69" idx="3"/>
            <a:endCxn id="75" idx="1"/>
          </p:cNvCxnSpPr>
          <p:nvPr/>
        </p:nvCxnSpPr>
        <p:spPr>
          <a:xfrm flipV="1">
            <a:off x="19538272" y="13636898"/>
            <a:ext cx="254260" cy="5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A2D7CD57-3C5A-E540-39A1-2A762833C1A4}"/>
              </a:ext>
            </a:extLst>
          </p:cNvPr>
          <p:cNvCxnSpPr>
            <a:cxnSpLocks/>
          </p:cNvCxnSpPr>
          <p:nvPr/>
        </p:nvCxnSpPr>
        <p:spPr>
          <a:xfrm>
            <a:off x="2391621" y="17341194"/>
            <a:ext cx="2230590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四角形: 角を丸くする 107">
            <a:extLst>
              <a:ext uri="{FF2B5EF4-FFF2-40B4-BE49-F238E27FC236}">
                <a16:creationId xmlns:a16="http://schemas.microsoft.com/office/drawing/2014/main" id="{DB8BFE1B-405F-68F2-F56D-ECB338C434DE}"/>
              </a:ext>
            </a:extLst>
          </p:cNvPr>
          <p:cNvSpPr/>
          <p:nvPr/>
        </p:nvSpPr>
        <p:spPr>
          <a:xfrm>
            <a:off x="11342718" y="17486620"/>
            <a:ext cx="1279184" cy="4004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パスワード変更画面</a:t>
            </a:r>
          </a:p>
        </p:txBody>
      </p:sp>
      <p:sp>
        <p:nvSpPr>
          <p:cNvPr id="109" name="正方形/長方形 108">
            <a:extLst>
              <a:ext uri="{FF2B5EF4-FFF2-40B4-BE49-F238E27FC236}">
                <a16:creationId xmlns:a16="http://schemas.microsoft.com/office/drawing/2014/main" id="{CE2348CB-1A48-C59E-AACD-70F8A0E1FBB7}"/>
              </a:ext>
            </a:extLst>
          </p:cNvPr>
          <p:cNvSpPr/>
          <p:nvPr/>
        </p:nvSpPr>
        <p:spPr>
          <a:xfrm>
            <a:off x="16504876" y="17486620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パスワード更新に</a:t>
            </a:r>
            <a:endParaRPr lang="en-US" altLang="ja-JP" sz="792" dirty="0"/>
          </a:p>
          <a:p>
            <a:pPr algn="ctr"/>
            <a:r>
              <a:rPr lang="ja-JP" altLang="en-US" sz="792" dirty="0"/>
              <a:t>必要な情報を入力</a:t>
            </a:r>
          </a:p>
        </p:txBody>
      </p:sp>
      <p:sp>
        <p:nvSpPr>
          <p:cNvPr id="110" name="ひし形 109">
            <a:extLst>
              <a:ext uri="{FF2B5EF4-FFF2-40B4-BE49-F238E27FC236}">
                <a16:creationId xmlns:a16="http://schemas.microsoft.com/office/drawing/2014/main" id="{F2BAF7C2-22A9-3068-9A82-5C0F6EE76F4D}"/>
              </a:ext>
            </a:extLst>
          </p:cNvPr>
          <p:cNvSpPr/>
          <p:nvPr/>
        </p:nvSpPr>
        <p:spPr>
          <a:xfrm>
            <a:off x="18116353" y="17486614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確認</a:t>
            </a:r>
            <a:endParaRPr lang="en-US" altLang="ja-JP" sz="792" dirty="0"/>
          </a:p>
          <a:p>
            <a:pPr algn="ctr"/>
            <a:r>
              <a:rPr lang="ja-JP" altLang="en-US" sz="792" dirty="0"/>
              <a:t>ダイアログ</a:t>
            </a:r>
          </a:p>
        </p:txBody>
      </p:sp>
      <p:sp>
        <p:nvSpPr>
          <p:cNvPr id="111" name="ひし形 110">
            <a:extLst>
              <a:ext uri="{FF2B5EF4-FFF2-40B4-BE49-F238E27FC236}">
                <a16:creationId xmlns:a16="http://schemas.microsoft.com/office/drawing/2014/main" id="{EEF200FD-93DF-5C1C-36D4-F9BD041C3DBB}"/>
              </a:ext>
            </a:extLst>
          </p:cNvPr>
          <p:cNvSpPr/>
          <p:nvPr/>
        </p:nvSpPr>
        <p:spPr>
          <a:xfrm>
            <a:off x="19826679" y="17486614"/>
            <a:ext cx="1476846" cy="40044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入力情報が</a:t>
            </a:r>
            <a:endParaRPr lang="en-US" altLang="ja-JP" sz="792" dirty="0"/>
          </a:p>
          <a:p>
            <a:pPr algn="ctr"/>
            <a:r>
              <a:rPr lang="ja-JP" altLang="en-US" sz="792" dirty="0"/>
              <a:t>正しいか</a:t>
            </a:r>
          </a:p>
        </p:txBody>
      </p:sp>
      <p:sp>
        <p:nvSpPr>
          <p:cNvPr id="112" name="正方形/長方形 111">
            <a:extLst>
              <a:ext uri="{FF2B5EF4-FFF2-40B4-BE49-F238E27FC236}">
                <a16:creationId xmlns:a16="http://schemas.microsoft.com/office/drawing/2014/main" id="{FBA2ED31-4DC4-6E0E-1A89-0DF75C3527F8}"/>
              </a:ext>
            </a:extLst>
          </p:cNvPr>
          <p:cNvSpPr/>
          <p:nvPr/>
        </p:nvSpPr>
        <p:spPr>
          <a:xfrm>
            <a:off x="21637508" y="18059470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パスワード更新完了</a:t>
            </a:r>
          </a:p>
        </p:txBody>
      </p:sp>
      <p:sp>
        <p:nvSpPr>
          <p:cNvPr id="113" name="円柱 112">
            <a:extLst>
              <a:ext uri="{FF2B5EF4-FFF2-40B4-BE49-F238E27FC236}">
                <a16:creationId xmlns:a16="http://schemas.microsoft.com/office/drawing/2014/main" id="{A61F0CA3-DA5A-37AB-F93D-87474EC1F7C2}"/>
              </a:ext>
            </a:extLst>
          </p:cNvPr>
          <p:cNvSpPr/>
          <p:nvPr/>
        </p:nvSpPr>
        <p:spPr>
          <a:xfrm>
            <a:off x="23347831" y="17486614"/>
            <a:ext cx="1279184" cy="40044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システム</a:t>
            </a:r>
          </a:p>
        </p:txBody>
      </p: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E093F56B-DA91-2CBB-0906-C3C85B6319A9}"/>
              </a:ext>
            </a:extLst>
          </p:cNvPr>
          <p:cNvCxnSpPr>
            <a:cxnSpLocks/>
            <a:endCxn id="112" idx="0"/>
          </p:cNvCxnSpPr>
          <p:nvPr/>
        </p:nvCxnSpPr>
        <p:spPr>
          <a:xfrm>
            <a:off x="22277064" y="17686840"/>
            <a:ext cx="0" cy="372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正方形/長方形 115">
            <a:extLst>
              <a:ext uri="{FF2B5EF4-FFF2-40B4-BE49-F238E27FC236}">
                <a16:creationId xmlns:a16="http://schemas.microsoft.com/office/drawing/2014/main" id="{787177C5-2E83-3FA1-458F-FA11F2BC0730}"/>
              </a:ext>
            </a:extLst>
          </p:cNvPr>
          <p:cNvSpPr/>
          <p:nvPr/>
        </p:nvSpPr>
        <p:spPr>
          <a:xfrm>
            <a:off x="19921510" y="18059460"/>
            <a:ext cx="1279184" cy="400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92" dirty="0"/>
              <a:t>エラーメッセージを</a:t>
            </a:r>
            <a:endParaRPr lang="en-US" altLang="ja-JP" sz="792" dirty="0"/>
          </a:p>
          <a:p>
            <a:pPr algn="ctr"/>
            <a:r>
              <a:rPr lang="ja-JP" altLang="en-US" sz="792" dirty="0"/>
              <a:t>表示</a:t>
            </a:r>
          </a:p>
        </p:txBody>
      </p:sp>
      <p:cxnSp>
        <p:nvCxnSpPr>
          <p:cNvPr id="118" name="コネクタ: カギ線 117">
            <a:extLst>
              <a:ext uri="{FF2B5EF4-FFF2-40B4-BE49-F238E27FC236}">
                <a16:creationId xmlns:a16="http://schemas.microsoft.com/office/drawing/2014/main" id="{5E90CF86-8180-1698-C42D-599EB00BCA07}"/>
              </a:ext>
            </a:extLst>
          </p:cNvPr>
          <p:cNvCxnSpPr>
            <a:cxnSpLocks/>
            <a:stCxn id="116" idx="1"/>
            <a:endCxn id="108" idx="2"/>
          </p:cNvCxnSpPr>
          <p:nvPr/>
        </p:nvCxnSpPr>
        <p:spPr>
          <a:xfrm rot="10800000">
            <a:off x="11982310" y="17887060"/>
            <a:ext cx="7939200" cy="3726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コネクタ 119">
            <a:extLst>
              <a:ext uri="{FF2B5EF4-FFF2-40B4-BE49-F238E27FC236}">
                <a16:creationId xmlns:a16="http://schemas.microsoft.com/office/drawing/2014/main" id="{23F2688E-D9E3-3DB2-B41D-8C0163212286}"/>
              </a:ext>
            </a:extLst>
          </p:cNvPr>
          <p:cNvCxnSpPr>
            <a:cxnSpLocks/>
          </p:cNvCxnSpPr>
          <p:nvPr/>
        </p:nvCxnSpPr>
        <p:spPr>
          <a:xfrm>
            <a:off x="18854758" y="17887096"/>
            <a:ext cx="0" cy="372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C1237310-C6AB-3DFC-4885-D2404215F4E8}"/>
              </a:ext>
            </a:extLst>
          </p:cNvPr>
          <p:cNvSpPr txBox="1"/>
          <p:nvPr/>
        </p:nvSpPr>
        <p:spPr>
          <a:xfrm>
            <a:off x="18860442" y="17831858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sp>
        <p:nvSpPr>
          <p:cNvPr id="532" name="テキスト ボックス 531">
            <a:extLst>
              <a:ext uri="{FF2B5EF4-FFF2-40B4-BE49-F238E27FC236}">
                <a16:creationId xmlns:a16="http://schemas.microsoft.com/office/drawing/2014/main" id="{341420D4-5094-FC55-0C3C-64EE08B5BE82}"/>
              </a:ext>
            </a:extLst>
          </p:cNvPr>
          <p:cNvSpPr txBox="1"/>
          <p:nvPr/>
        </p:nvSpPr>
        <p:spPr>
          <a:xfrm>
            <a:off x="20564033" y="17822258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No</a:t>
            </a:r>
            <a:endParaRPr kumimoji="1" lang="ja-JP" altLang="en-US" sz="792" dirty="0"/>
          </a:p>
        </p:txBody>
      </p:sp>
      <p:sp>
        <p:nvSpPr>
          <p:cNvPr id="533" name="テキスト ボックス 532">
            <a:extLst>
              <a:ext uri="{FF2B5EF4-FFF2-40B4-BE49-F238E27FC236}">
                <a16:creationId xmlns:a16="http://schemas.microsoft.com/office/drawing/2014/main" id="{DD44A37A-9149-D04C-94AF-AAB1F941B18A}"/>
              </a:ext>
            </a:extLst>
          </p:cNvPr>
          <p:cNvSpPr txBox="1"/>
          <p:nvPr/>
        </p:nvSpPr>
        <p:spPr>
          <a:xfrm>
            <a:off x="20889732" y="17445330"/>
            <a:ext cx="419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Yes</a:t>
            </a:r>
            <a:endParaRPr kumimoji="1" lang="ja-JP" altLang="en-US" sz="792" dirty="0"/>
          </a:p>
        </p:txBody>
      </p:sp>
      <p:grpSp>
        <p:nvGrpSpPr>
          <p:cNvPr id="534" name="グループ化 533">
            <a:extLst>
              <a:ext uri="{FF2B5EF4-FFF2-40B4-BE49-F238E27FC236}">
                <a16:creationId xmlns:a16="http://schemas.microsoft.com/office/drawing/2014/main" id="{42543082-883F-3B55-D9BB-0696ABECD029}"/>
              </a:ext>
            </a:extLst>
          </p:cNvPr>
          <p:cNvGrpSpPr/>
          <p:nvPr/>
        </p:nvGrpSpPr>
        <p:grpSpPr>
          <a:xfrm>
            <a:off x="21303546" y="17686823"/>
            <a:ext cx="2042632" cy="22"/>
            <a:chOff x="15295712" y="1206779"/>
            <a:chExt cx="1805544" cy="11"/>
          </a:xfrm>
        </p:grpSpPr>
        <p:cxnSp>
          <p:nvCxnSpPr>
            <p:cNvPr id="535" name="直線矢印コネクタ 534">
              <a:extLst>
                <a:ext uri="{FF2B5EF4-FFF2-40B4-BE49-F238E27FC236}">
                  <a16:creationId xmlns:a16="http://schemas.microsoft.com/office/drawing/2014/main" id="{67CBA344-8D2B-7029-829E-57E79B890F3E}"/>
                </a:ext>
              </a:extLst>
            </p:cNvPr>
            <p:cNvCxnSpPr>
              <a:cxnSpLocks/>
            </p:cNvCxnSpPr>
            <p:nvPr/>
          </p:nvCxnSpPr>
          <p:spPr>
            <a:xfrm>
              <a:off x="15295712" y="1206779"/>
              <a:ext cx="1738826" cy="0"/>
            </a:xfrm>
            <a:prstGeom prst="straightConnector1">
              <a:avLst/>
            </a:prstGeom>
            <a:ln w="9525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36" name="直線矢印コネクタ 535">
              <a:extLst>
                <a:ext uri="{FF2B5EF4-FFF2-40B4-BE49-F238E27FC236}">
                  <a16:creationId xmlns:a16="http://schemas.microsoft.com/office/drawing/2014/main" id="{0E193CC6-48EA-C058-FAB4-9FD33EA3F88E}"/>
                </a:ext>
              </a:extLst>
            </p:cNvPr>
            <p:cNvCxnSpPr>
              <a:cxnSpLocks/>
            </p:cNvCxnSpPr>
            <p:nvPr/>
          </p:nvCxnSpPr>
          <p:spPr>
            <a:xfrm>
              <a:off x="17034533" y="1206789"/>
              <a:ext cx="6672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37" name="直線矢印コネクタ 536">
            <a:extLst>
              <a:ext uri="{FF2B5EF4-FFF2-40B4-BE49-F238E27FC236}">
                <a16:creationId xmlns:a16="http://schemas.microsoft.com/office/drawing/2014/main" id="{F739FD50-908D-9926-42E4-DD66F1AAF24B}"/>
              </a:ext>
            </a:extLst>
          </p:cNvPr>
          <p:cNvCxnSpPr>
            <a:cxnSpLocks/>
            <a:stCxn id="108" idx="3"/>
            <a:endCxn id="109" idx="1"/>
          </p:cNvCxnSpPr>
          <p:nvPr/>
        </p:nvCxnSpPr>
        <p:spPr>
          <a:xfrm>
            <a:off x="12621902" y="17686840"/>
            <a:ext cx="38829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線矢印コネクタ 137">
            <a:extLst>
              <a:ext uri="{FF2B5EF4-FFF2-40B4-BE49-F238E27FC236}">
                <a16:creationId xmlns:a16="http://schemas.microsoft.com/office/drawing/2014/main" id="{20B8264A-CE1A-A726-E122-C501A11B8450}"/>
              </a:ext>
            </a:extLst>
          </p:cNvPr>
          <p:cNvCxnSpPr>
            <a:cxnSpLocks/>
            <a:stCxn id="109" idx="3"/>
            <a:endCxn id="110" idx="1"/>
          </p:cNvCxnSpPr>
          <p:nvPr/>
        </p:nvCxnSpPr>
        <p:spPr>
          <a:xfrm flipV="1">
            <a:off x="17784060" y="17686834"/>
            <a:ext cx="332293" cy="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正方形/長方形 157">
            <a:extLst>
              <a:ext uri="{FF2B5EF4-FFF2-40B4-BE49-F238E27FC236}">
                <a16:creationId xmlns:a16="http://schemas.microsoft.com/office/drawing/2014/main" id="{463A4F3B-99CA-D2CE-0DBE-64EB8075D21B}"/>
              </a:ext>
            </a:extLst>
          </p:cNvPr>
          <p:cNvSpPr/>
          <p:nvPr/>
        </p:nvSpPr>
        <p:spPr>
          <a:xfrm>
            <a:off x="2377980" y="556759"/>
            <a:ext cx="1875125" cy="1817182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747"/>
          </a:p>
        </p:txBody>
      </p:sp>
      <p:sp>
        <p:nvSpPr>
          <p:cNvPr id="160" name="テキスト ボックス 159">
            <a:extLst>
              <a:ext uri="{FF2B5EF4-FFF2-40B4-BE49-F238E27FC236}">
                <a16:creationId xmlns:a16="http://schemas.microsoft.com/office/drawing/2014/main" id="{08D104AF-72A7-97B5-699D-FBC2D7D429D1}"/>
              </a:ext>
            </a:extLst>
          </p:cNvPr>
          <p:cNvSpPr txBox="1"/>
          <p:nvPr/>
        </p:nvSpPr>
        <p:spPr>
          <a:xfrm>
            <a:off x="2428802" y="17839076"/>
            <a:ext cx="1810466" cy="327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526" dirty="0"/>
              <a:t>パスワード更新者</a:t>
            </a:r>
            <a:endParaRPr kumimoji="1" lang="en-US" altLang="ja-JP" sz="1526" dirty="0"/>
          </a:p>
        </p:txBody>
      </p:sp>
      <p:cxnSp>
        <p:nvCxnSpPr>
          <p:cNvPr id="162" name="コネクタ: カギ線 161">
            <a:extLst>
              <a:ext uri="{FF2B5EF4-FFF2-40B4-BE49-F238E27FC236}">
                <a16:creationId xmlns:a16="http://schemas.microsoft.com/office/drawing/2014/main" id="{1483ECE2-6CD6-4944-FE50-A9C297280D2B}"/>
              </a:ext>
            </a:extLst>
          </p:cNvPr>
          <p:cNvCxnSpPr>
            <a:cxnSpLocks/>
            <a:stCxn id="108" idx="1"/>
            <a:endCxn id="444" idx="2"/>
          </p:cNvCxnSpPr>
          <p:nvPr/>
        </p:nvCxnSpPr>
        <p:spPr>
          <a:xfrm rot="10800000">
            <a:off x="10270952" y="3332196"/>
            <a:ext cx="1071767" cy="14354645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テキスト ボックス 165">
            <a:extLst>
              <a:ext uri="{FF2B5EF4-FFF2-40B4-BE49-F238E27FC236}">
                <a16:creationId xmlns:a16="http://schemas.microsoft.com/office/drawing/2014/main" id="{33C81BF7-556B-E223-1FAE-2ABC34404EF2}"/>
              </a:ext>
            </a:extLst>
          </p:cNvPr>
          <p:cNvSpPr txBox="1"/>
          <p:nvPr/>
        </p:nvSpPr>
        <p:spPr>
          <a:xfrm>
            <a:off x="23907604" y="5852413"/>
            <a:ext cx="688231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92" dirty="0"/>
              <a:t>※</a:t>
            </a:r>
            <a:r>
              <a:rPr kumimoji="1" lang="ja-JP" altLang="en-US" sz="792" dirty="0"/>
              <a:t>論理削除</a:t>
            </a:r>
          </a:p>
        </p:txBody>
      </p: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19DFC221-0BF3-42FB-B0A0-DAD26FDA2567}"/>
              </a:ext>
            </a:extLst>
          </p:cNvPr>
          <p:cNvCxnSpPr>
            <a:cxnSpLocks/>
            <a:stCxn id="379" idx="0"/>
            <a:endCxn id="49" idx="2"/>
          </p:cNvCxnSpPr>
          <p:nvPr/>
        </p:nvCxnSpPr>
        <p:spPr>
          <a:xfrm flipV="1">
            <a:off x="11982310" y="2571454"/>
            <a:ext cx="6" cy="3603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線矢印コネクタ 177">
            <a:extLst>
              <a:ext uri="{FF2B5EF4-FFF2-40B4-BE49-F238E27FC236}">
                <a16:creationId xmlns:a16="http://schemas.microsoft.com/office/drawing/2014/main" id="{73380835-5206-B346-D583-83FB9DE8E342}"/>
              </a:ext>
            </a:extLst>
          </p:cNvPr>
          <p:cNvCxnSpPr>
            <a:cxnSpLocks/>
            <a:stCxn id="476" idx="2"/>
            <a:endCxn id="471" idx="0"/>
          </p:cNvCxnSpPr>
          <p:nvPr/>
        </p:nvCxnSpPr>
        <p:spPr>
          <a:xfrm>
            <a:off x="20530955" y="9883575"/>
            <a:ext cx="3795" cy="178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線コネクタ 181">
            <a:extLst>
              <a:ext uri="{FF2B5EF4-FFF2-40B4-BE49-F238E27FC236}">
                <a16:creationId xmlns:a16="http://schemas.microsoft.com/office/drawing/2014/main" id="{9ABE503A-CC75-1DAC-7E51-518A4B98A9CF}"/>
              </a:ext>
            </a:extLst>
          </p:cNvPr>
          <p:cNvCxnSpPr>
            <a:cxnSpLocks/>
          </p:cNvCxnSpPr>
          <p:nvPr/>
        </p:nvCxnSpPr>
        <p:spPr>
          <a:xfrm>
            <a:off x="18823579" y="13847761"/>
            <a:ext cx="0" cy="372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線矢印コネクタ 182">
            <a:extLst>
              <a:ext uri="{FF2B5EF4-FFF2-40B4-BE49-F238E27FC236}">
                <a16:creationId xmlns:a16="http://schemas.microsoft.com/office/drawing/2014/main" id="{E2EB0D6C-B2AC-291D-82B0-C2A2696D026A}"/>
              </a:ext>
            </a:extLst>
          </p:cNvPr>
          <p:cNvCxnSpPr/>
          <p:nvPr/>
        </p:nvCxnSpPr>
        <p:spPr>
          <a:xfrm>
            <a:off x="20562590" y="17891523"/>
            <a:ext cx="0" cy="172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2570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1291</TotalTime>
  <Words>1058</Words>
  <Application>Microsoft Office PowerPoint</Application>
  <PresentationFormat>ユーザー設定</PresentationFormat>
  <Paragraphs>466</Paragraphs>
  <Slides>3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9" baseType="lpstr">
      <vt:lpstr>游ゴシック</vt:lpstr>
      <vt:lpstr>游ゴシック 本文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真澄 髙橋</dc:creator>
  <cp:lastModifiedBy>優海 安藤</cp:lastModifiedBy>
  <cp:revision>87</cp:revision>
  <dcterms:created xsi:type="dcterms:W3CDTF">2024-11-13T07:11:17Z</dcterms:created>
  <dcterms:modified xsi:type="dcterms:W3CDTF">2025-03-25T04:49:27Z</dcterms:modified>
</cp:coreProperties>
</file>